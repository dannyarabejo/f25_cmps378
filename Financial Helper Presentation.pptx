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1" r:id="rId9"/>
    <p:sldId id="262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FE38E-30F6-41CA-806F-F74435C75D7A}" v="57" dt="2025-12-10T23:46:50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80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965" y="26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rabejo" userId="e60a7d5ee165f88b" providerId="LiveId" clId="{ACAE5FED-0339-4C8F-8253-B96FA20F9EB3}"/>
    <pc:docChg chg="undo custSel addSld delSld modSld">
      <pc:chgData name="Danny Arabejo" userId="e60a7d5ee165f88b" providerId="LiveId" clId="{ACAE5FED-0339-4C8F-8253-B96FA20F9EB3}" dt="2025-12-11T04:00:02.051" v="1260" actId="20577"/>
      <pc:docMkLst>
        <pc:docMk/>
      </pc:docMkLst>
      <pc:sldChg chg="addSp delSp modSp mod setBg delDesignElem">
        <pc:chgData name="Danny Arabejo" userId="e60a7d5ee165f88b" providerId="LiveId" clId="{ACAE5FED-0339-4C8F-8253-B96FA20F9EB3}" dt="2025-12-11T04:00:02.051" v="1260" actId="20577"/>
        <pc:sldMkLst>
          <pc:docMk/>
          <pc:sldMk cId="0" sldId="256"/>
        </pc:sldMkLst>
        <pc:spChg chg="mod">
          <ac:chgData name="Danny Arabejo" userId="e60a7d5ee165f88b" providerId="LiveId" clId="{ACAE5FED-0339-4C8F-8253-B96FA20F9EB3}" dt="2025-12-10T23:22:30.859" v="105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ny Arabejo" userId="e60a7d5ee165f88b" providerId="LiveId" clId="{ACAE5FED-0339-4C8F-8253-B96FA20F9EB3}" dt="2025-12-11T04:00:02.051" v="1260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Danny Arabejo" userId="e60a7d5ee165f88b" providerId="LiveId" clId="{ACAE5FED-0339-4C8F-8253-B96FA20F9EB3}" dt="2025-12-10T23:22:41.999" v="1052"/>
          <ac:spMkLst>
            <pc:docMk/>
            <pc:sldMk cId="0" sldId="256"/>
            <ac:spMk id="10" creationId="{BD7C2DEF-63C5-495B-BBE5-720E5D12B4D2}"/>
          </ac:spMkLst>
        </pc:spChg>
        <pc:picChg chg="add">
          <ac:chgData name="Danny Arabejo" userId="e60a7d5ee165f88b" providerId="LiveId" clId="{ACAE5FED-0339-4C8F-8253-B96FA20F9EB3}" dt="2025-12-10T23:21:12.673" v="1030" actId="26606"/>
          <ac:picMkLst>
            <pc:docMk/>
            <pc:sldMk cId="0" sldId="256"/>
            <ac:picMk id="7" creationId="{44682A7D-87BA-C339-6FCB-50F6FEDE515C}"/>
          </ac:picMkLst>
        </pc:picChg>
        <pc:picChg chg="add del">
          <ac:chgData name="Danny Arabejo" userId="e60a7d5ee165f88b" providerId="LiveId" clId="{ACAE5FED-0339-4C8F-8253-B96FA20F9EB3}" dt="2025-12-10T23:22:41.999" v="1052"/>
          <ac:picMkLst>
            <pc:docMk/>
            <pc:sldMk cId="0" sldId="256"/>
            <ac:picMk id="12" creationId="{FE21E403-0B61-4473-BE57-AB0F16379674}"/>
          </ac:picMkLst>
        </pc:picChg>
      </pc:sldChg>
      <pc:sldChg chg="addSp delSp modSp mod setBg delDesignElem">
        <pc:chgData name="Danny Arabejo" userId="e60a7d5ee165f88b" providerId="LiveId" clId="{ACAE5FED-0339-4C8F-8253-B96FA20F9EB3}" dt="2025-12-11T00:28:39.392" v="1250" actId="20577"/>
        <pc:sldMkLst>
          <pc:docMk/>
          <pc:sldMk cId="0" sldId="257"/>
        </pc:sldMkLst>
        <pc:spChg chg="mod">
          <ac:chgData name="Danny Arabejo" userId="e60a7d5ee165f88b" providerId="LiveId" clId="{ACAE5FED-0339-4C8F-8253-B96FA20F9EB3}" dt="2025-12-10T23:23:53.260" v="106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nny Arabejo" userId="e60a7d5ee165f88b" providerId="LiveId" clId="{ACAE5FED-0339-4C8F-8253-B96FA20F9EB3}" dt="2025-12-11T00:28:39.392" v="1250" actId="20577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Danny Arabejo" userId="e60a7d5ee165f88b" providerId="LiveId" clId="{ACAE5FED-0339-4C8F-8253-B96FA20F9EB3}" dt="2025-12-10T23:23:01.573" v="1055" actId="26606"/>
          <ac:spMkLst>
            <pc:docMk/>
            <pc:sldMk cId="0" sldId="257"/>
            <ac:spMk id="9" creationId="{8D25211A-4CA0-4B53-82BB-1EE7C7F3C725}"/>
          </ac:spMkLst>
        </pc:spChg>
        <pc:spChg chg="add del">
          <ac:chgData name="Danny Arabejo" userId="e60a7d5ee165f88b" providerId="LiveId" clId="{ACAE5FED-0339-4C8F-8253-B96FA20F9EB3}" dt="2025-12-10T23:23:27.497" v="1061"/>
          <ac:spMkLst>
            <pc:docMk/>
            <pc:sldMk cId="0" sldId="257"/>
            <ac:spMk id="11" creationId="{1EA5387D-64D8-4D6C-B109-FF4E81DF609A}"/>
          </ac:spMkLst>
        </pc:spChg>
        <pc:picChg chg="add del">
          <ac:chgData name="Danny Arabejo" userId="e60a7d5ee165f88b" providerId="LiveId" clId="{ACAE5FED-0339-4C8F-8253-B96FA20F9EB3}" dt="2025-12-10T23:23:01.573" v="1055" actId="26606"/>
          <ac:picMkLst>
            <pc:docMk/>
            <pc:sldMk cId="0" sldId="257"/>
            <ac:picMk id="5" creationId="{A39EF49F-AD4F-127C-BA45-E0B707BC5E86}"/>
          </ac:picMkLst>
        </pc:picChg>
        <pc:picChg chg="add mod ord">
          <ac:chgData name="Danny Arabejo" userId="e60a7d5ee165f88b" providerId="LiveId" clId="{ACAE5FED-0339-4C8F-8253-B96FA20F9EB3}" dt="2025-12-10T23:23:35.305" v="1062" actId="26606"/>
          <ac:picMkLst>
            <pc:docMk/>
            <pc:sldMk cId="0" sldId="257"/>
            <ac:picMk id="12" creationId="{9C105EB1-5875-4F46-0EE7-84AC3AE0B7F1}"/>
          </ac:picMkLst>
        </pc:picChg>
      </pc:sldChg>
      <pc:sldChg chg="addSp delSp modSp mod setBg">
        <pc:chgData name="Danny Arabejo" userId="e60a7d5ee165f88b" providerId="LiveId" clId="{ACAE5FED-0339-4C8F-8253-B96FA20F9EB3}" dt="2025-12-11T00:29:06.923" v="1253" actId="20577"/>
        <pc:sldMkLst>
          <pc:docMk/>
          <pc:sldMk cId="0" sldId="258"/>
        </pc:sldMkLst>
        <pc:spChg chg="mod">
          <ac:chgData name="Danny Arabejo" userId="e60a7d5ee165f88b" providerId="LiveId" clId="{ACAE5FED-0339-4C8F-8253-B96FA20F9EB3}" dt="2025-12-10T23:25:15.996" v="1070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Danny Arabejo" userId="e60a7d5ee165f88b" providerId="LiveId" clId="{ACAE5FED-0339-4C8F-8253-B96FA20F9EB3}" dt="2025-12-10T23:24:59.344" v="1067" actId="26606"/>
          <ac:spMkLst>
            <pc:docMk/>
            <pc:sldMk cId="0" sldId="258"/>
            <ac:spMk id="3" creationId="{00000000-0000-0000-0000-000000000000}"/>
          </ac:spMkLst>
        </pc:spChg>
        <pc:graphicFrameChg chg="add modGraphic">
          <ac:chgData name="Danny Arabejo" userId="e60a7d5ee165f88b" providerId="LiveId" clId="{ACAE5FED-0339-4C8F-8253-B96FA20F9EB3}" dt="2025-12-11T00:29:06.923" v="1253" actId="20577"/>
          <ac:graphicFrameMkLst>
            <pc:docMk/>
            <pc:sldMk cId="0" sldId="258"/>
            <ac:graphicFrameMk id="5" creationId="{DCE0A5D2-0A54-9214-2FBD-71BE549EBA11}"/>
          </ac:graphicFrameMkLst>
        </pc:graphicFrameChg>
      </pc:sldChg>
      <pc:sldChg chg="addSp delSp modSp mod setBg">
        <pc:chgData name="Danny Arabejo" userId="e60a7d5ee165f88b" providerId="LiveId" clId="{ACAE5FED-0339-4C8F-8253-B96FA20F9EB3}" dt="2025-12-11T00:32:40.555" v="1257" actId="255"/>
        <pc:sldMkLst>
          <pc:docMk/>
          <pc:sldMk cId="0" sldId="259"/>
        </pc:sldMkLst>
        <pc:spChg chg="mod">
          <ac:chgData name="Danny Arabejo" userId="e60a7d5ee165f88b" providerId="LiveId" clId="{ACAE5FED-0339-4C8F-8253-B96FA20F9EB3}" dt="2025-12-11T00:32:40.555" v="1257" actId="255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Danny Arabejo" userId="e60a7d5ee165f88b" providerId="LiveId" clId="{ACAE5FED-0339-4C8F-8253-B96FA20F9EB3}" dt="2025-12-10T23:25:32.310" v="1072" actId="26606"/>
          <ac:spMkLst>
            <pc:docMk/>
            <pc:sldMk cId="0" sldId="259"/>
            <ac:spMk id="3" creationId="{00000000-0000-0000-0000-000000000000}"/>
          </ac:spMkLst>
        </pc:spChg>
        <pc:graphicFrameChg chg="add">
          <ac:chgData name="Danny Arabejo" userId="e60a7d5ee165f88b" providerId="LiveId" clId="{ACAE5FED-0339-4C8F-8253-B96FA20F9EB3}" dt="2025-12-10T23:25:32.310" v="1072" actId="26606"/>
          <ac:graphicFrameMkLst>
            <pc:docMk/>
            <pc:sldMk cId="0" sldId="259"/>
            <ac:graphicFrameMk id="5" creationId="{516425D9-308E-F950-6E9F-E12E78894781}"/>
          </ac:graphicFrameMkLst>
        </pc:graphicFrameChg>
      </pc:sldChg>
      <pc:sldChg chg="addSp delSp modSp mod setBg">
        <pc:chgData name="Danny Arabejo" userId="e60a7d5ee165f88b" providerId="LiveId" clId="{ACAE5FED-0339-4C8F-8253-B96FA20F9EB3}" dt="2025-12-10T23:46:37.264" v="1233" actId="207"/>
        <pc:sldMkLst>
          <pc:docMk/>
          <pc:sldMk cId="0" sldId="260"/>
        </pc:sldMkLst>
        <pc:spChg chg="mod">
          <ac:chgData name="Danny Arabejo" userId="e60a7d5ee165f88b" providerId="LiveId" clId="{ACAE5FED-0339-4C8F-8253-B96FA20F9EB3}" dt="2025-12-10T23:26:51.852" v="1081" actId="14100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Danny Arabejo" userId="e60a7d5ee165f88b" providerId="LiveId" clId="{ACAE5FED-0339-4C8F-8253-B96FA20F9EB3}" dt="2025-12-10T23:26:21.210" v="1076" actId="26606"/>
          <ac:spMkLst>
            <pc:docMk/>
            <pc:sldMk cId="0" sldId="260"/>
            <ac:spMk id="3" creationId="{00000000-0000-0000-0000-000000000000}"/>
          </ac:spMkLst>
        </pc:spChg>
        <pc:graphicFrameChg chg="add mod">
          <ac:chgData name="Danny Arabejo" userId="e60a7d5ee165f88b" providerId="LiveId" clId="{ACAE5FED-0339-4C8F-8253-B96FA20F9EB3}" dt="2025-12-10T23:46:37.264" v="1233" actId="207"/>
          <ac:graphicFrameMkLst>
            <pc:docMk/>
            <pc:sldMk cId="0" sldId="260"/>
            <ac:graphicFrameMk id="5" creationId="{89A36D5B-1B5B-21C8-CF74-CE5F6670D6A6}"/>
          </ac:graphicFrameMkLst>
        </pc:graphicFrameChg>
      </pc:sldChg>
      <pc:sldChg chg="addSp delSp modSp mod setBg setClrOvrMap">
        <pc:chgData name="Danny Arabejo" userId="e60a7d5ee165f88b" providerId="LiveId" clId="{ACAE5FED-0339-4C8F-8253-B96FA20F9EB3}" dt="2025-12-11T00:31:01.405" v="1254" actId="255"/>
        <pc:sldMkLst>
          <pc:docMk/>
          <pc:sldMk cId="0" sldId="261"/>
        </pc:sldMkLst>
        <pc:spChg chg="mod">
          <ac:chgData name="Danny Arabejo" userId="e60a7d5ee165f88b" providerId="LiveId" clId="{ACAE5FED-0339-4C8F-8253-B96FA20F9EB3}" dt="2025-12-11T00:31:01.405" v="1254" actId="255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Danny Arabejo" userId="e60a7d5ee165f88b" providerId="LiveId" clId="{ACAE5FED-0339-4C8F-8253-B96FA20F9EB3}" dt="2025-12-10T23:34:51.457" v="115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Danny Arabejo" userId="e60a7d5ee165f88b" providerId="LiveId" clId="{ACAE5FED-0339-4C8F-8253-B96FA20F9EB3}" dt="2025-12-10T23:34:51.448" v="1157" actId="26606"/>
          <ac:spMkLst>
            <pc:docMk/>
            <pc:sldMk cId="0" sldId="261"/>
            <ac:spMk id="9" creationId="{843DD86A-8FAA-443F-9211-42A2AE8A790C}"/>
          </ac:spMkLst>
        </pc:spChg>
        <pc:spChg chg="add del">
          <ac:chgData name="Danny Arabejo" userId="e60a7d5ee165f88b" providerId="LiveId" clId="{ACAE5FED-0339-4C8F-8253-B96FA20F9EB3}" dt="2025-12-10T23:34:51.448" v="1157" actId="26606"/>
          <ac:spMkLst>
            <pc:docMk/>
            <pc:sldMk cId="0" sldId="261"/>
            <ac:spMk id="11" creationId="{C2A13AAE-18EB-4BDF-BAF7-F2F97B8D00D6}"/>
          </ac:spMkLst>
        </pc:spChg>
        <pc:graphicFrameChg chg="add del">
          <ac:chgData name="Danny Arabejo" userId="e60a7d5ee165f88b" providerId="LiveId" clId="{ACAE5FED-0339-4C8F-8253-B96FA20F9EB3}" dt="2025-12-10T23:34:51.448" v="1157" actId="26606"/>
          <ac:graphicFrameMkLst>
            <pc:docMk/>
            <pc:sldMk cId="0" sldId="261"/>
            <ac:graphicFrameMk id="5" creationId="{3FF6958C-AFAF-E0AC-8EB6-50417B3B7212}"/>
          </ac:graphicFrameMkLst>
        </pc:graphicFrameChg>
        <pc:graphicFrameChg chg="add mod">
          <ac:chgData name="Danny Arabejo" userId="e60a7d5ee165f88b" providerId="LiveId" clId="{ACAE5FED-0339-4C8F-8253-B96FA20F9EB3}" dt="2025-12-10T23:35:39.910" v="1161"/>
          <ac:graphicFrameMkLst>
            <pc:docMk/>
            <pc:sldMk cId="0" sldId="261"/>
            <ac:graphicFrameMk id="17" creationId="{71D7001D-28A3-0177-865F-AA7F8D5B95B9}"/>
          </ac:graphicFrameMkLst>
        </pc:graphicFrameChg>
        <pc:picChg chg="add del">
          <ac:chgData name="Danny Arabejo" userId="e60a7d5ee165f88b" providerId="LiveId" clId="{ACAE5FED-0339-4C8F-8253-B96FA20F9EB3}" dt="2025-12-10T23:34:51.448" v="1157" actId="26606"/>
          <ac:picMkLst>
            <pc:docMk/>
            <pc:sldMk cId="0" sldId="261"/>
            <ac:picMk id="13" creationId="{0F5C1B21-B0DB-4206-99EE-C13D67038B93}"/>
          </ac:picMkLst>
        </pc:picChg>
        <pc:picChg chg="add del">
          <ac:chgData name="Danny Arabejo" userId="e60a7d5ee165f88b" providerId="LiveId" clId="{ACAE5FED-0339-4C8F-8253-B96FA20F9EB3}" dt="2025-12-10T23:34:51.448" v="1157" actId="26606"/>
          <ac:picMkLst>
            <pc:docMk/>
            <pc:sldMk cId="0" sldId="261"/>
            <ac:picMk id="15" creationId="{49261589-06E9-4B7C-A8F1-26648507B77B}"/>
          </ac:picMkLst>
        </pc:picChg>
      </pc:sldChg>
      <pc:sldChg chg="addSp delSp modSp mod setBg">
        <pc:chgData name="Danny Arabejo" userId="e60a7d5ee165f88b" providerId="LiveId" clId="{ACAE5FED-0339-4C8F-8253-B96FA20F9EB3}" dt="2025-12-11T00:31:29.709" v="1255" actId="255"/>
        <pc:sldMkLst>
          <pc:docMk/>
          <pc:sldMk cId="0" sldId="262"/>
        </pc:sldMkLst>
        <pc:spChg chg="mod">
          <ac:chgData name="Danny Arabejo" userId="e60a7d5ee165f88b" providerId="LiveId" clId="{ACAE5FED-0339-4C8F-8253-B96FA20F9EB3}" dt="2025-12-11T00:31:29.709" v="1255" actId="255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Danny Arabejo" userId="e60a7d5ee165f88b" providerId="LiveId" clId="{ACAE5FED-0339-4C8F-8253-B96FA20F9EB3}" dt="2025-12-10T23:38:50.917" v="1202" actId="26606"/>
          <ac:spMkLst>
            <pc:docMk/>
            <pc:sldMk cId="0" sldId="262"/>
            <ac:spMk id="3" creationId="{00000000-0000-0000-0000-000000000000}"/>
          </ac:spMkLst>
        </pc:spChg>
        <pc:graphicFrameChg chg="add del">
          <ac:chgData name="Danny Arabejo" userId="e60a7d5ee165f88b" providerId="LiveId" clId="{ACAE5FED-0339-4C8F-8253-B96FA20F9EB3}" dt="2025-12-10T23:36:04.275" v="1163" actId="26606"/>
          <ac:graphicFrameMkLst>
            <pc:docMk/>
            <pc:sldMk cId="0" sldId="262"/>
            <ac:graphicFrameMk id="5" creationId="{FB94EA74-5E55-65FE-8888-B20B6C2B7CBB}"/>
          </ac:graphicFrameMkLst>
        </pc:graphicFrameChg>
        <pc:graphicFrameChg chg="add del modGraphic">
          <ac:chgData name="Danny Arabejo" userId="e60a7d5ee165f88b" providerId="LiveId" clId="{ACAE5FED-0339-4C8F-8253-B96FA20F9EB3}" dt="2025-12-10T23:37:23.879" v="1177" actId="26606"/>
          <ac:graphicFrameMkLst>
            <pc:docMk/>
            <pc:sldMk cId="0" sldId="262"/>
            <ac:graphicFrameMk id="6" creationId="{42D06BE5-F832-5770-CF96-8FED63C79E7E}"/>
          </ac:graphicFrameMkLst>
        </pc:graphicFrameChg>
        <pc:graphicFrameChg chg="add del">
          <ac:chgData name="Danny Arabejo" userId="e60a7d5ee165f88b" providerId="LiveId" clId="{ACAE5FED-0339-4C8F-8253-B96FA20F9EB3}" dt="2025-12-10T23:36:09.485" v="1165" actId="26606"/>
          <ac:graphicFrameMkLst>
            <pc:docMk/>
            <pc:sldMk cId="0" sldId="262"/>
            <ac:graphicFrameMk id="7" creationId="{464697CF-313D-7207-2C16-FBC216A0048C}"/>
          </ac:graphicFrameMkLst>
        </pc:graphicFrameChg>
        <pc:graphicFrameChg chg="add del mod modGraphic">
          <ac:chgData name="Danny Arabejo" userId="e60a7d5ee165f88b" providerId="LiveId" clId="{ACAE5FED-0339-4C8F-8253-B96FA20F9EB3}" dt="2025-12-10T23:38:37.419" v="1200" actId="26606"/>
          <ac:graphicFrameMkLst>
            <pc:docMk/>
            <pc:sldMk cId="0" sldId="262"/>
            <ac:graphicFrameMk id="8" creationId="{2FBA7EC3-1350-EAED-E406-5C738985DB3A}"/>
          </ac:graphicFrameMkLst>
        </pc:graphicFrameChg>
        <pc:graphicFrameChg chg="add del modGraphic">
          <ac:chgData name="Danny Arabejo" userId="e60a7d5ee165f88b" providerId="LiveId" clId="{ACAE5FED-0339-4C8F-8253-B96FA20F9EB3}" dt="2025-12-10T23:36:40.560" v="1173" actId="26606"/>
          <ac:graphicFrameMkLst>
            <pc:docMk/>
            <pc:sldMk cId="0" sldId="262"/>
            <ac:graphicFrameMk id="9" creationId="{E18F52B1-FA0E-7DFB-648A-E08F14D861F2}"/>
          </ac:graphicFrameMkLst>
        </pc:graphicFrameChg>
        <pc:graphicFrameChg chg="add mod modGraphic">
          <ac:chgData name="Danny Arabejo" userId="e60a7d5ee165f88b" providerId="LiveId" clId="{ACAE5FED-0339-4C8F-8253-B96FA20F9EB3}" dt="2025-12-10T23:40:12.057" v="1211" actId="1076"/>
          <ac:graphicFrameMkLst>
            <pc:docMk/>
            <pc:sldMk cId="0" sldId="262"/>
            <ac:graphicFrameMk id="10" creationId="{0F740CC8-4F92-18CC-5361-AC4D0A50965E}"/>
          </ac:graphicFrameMkLst>
        </pc:graphicFrameChg>
      </pc:sldChg>
      <pc:sldChg chg="addSp delSp modSp mod setBg">
        <pc:chgData name="Danny Arabejo" userId="e60a7d5ee165f88b" providerId="LiveId" clId="{ACAE5FED-0339-4C8F-8253-B96FA20F9EB3}" dt="2025-12-11T00:31:42.830" v="1256" actId="255"/>
        <pc:sldMkLst>
          <pc:docMk/>
          <pc:sldMk cId="0" sldId="263"/>
        </pc:sldMkLst>
        <pc:spChg chg="mod">
          <ac:chgData name="Danny Arabejo" userId="e60a7d5ee165f88b" providerId="LiveId" clId="{ACAE5FED-0339-4C8F-8253-B96FA20F9EB3}" dt="2025-12-11T00:31:42.830" v="1256" actId="255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Danny Arabejo" userId="e60a7d5ee165f88b" providerId="LiveId" clId="{ACAE5FED-0339-4C8F-8253-B96FA20F9EB3}" dt="2025-12-10T23:40:23.408" v="1213" actId="26606"/>
          <ac:spMkLst>
            <pc:docMk/>
            <pc:sldMk cId="0" sldId="263"/>
            <ac:spMk id="3" creationId="{00000000-0000-0000-0000-000000000000}"/>
          </ac:spMkLst>
        </pc:spChg>
        <pc:graphicFrameChg chg="add mod modGraphic">
          <ac:chgData name="Danny Arabejo" userId="e60a7d5ee165f88b" providerId="LiveId" clId="{ACAE5FED-0339-4C8F-8253-B96FA20F9EB3}" dt="2025-12-10T23:41:09.591" v="1219" actId="26606"/>
          <ac:graphicFrameMkLst>
            <pc:docMk/>
            <pc:sldMk cId="0" sldId="263"/>
            <ac:graphicFrameMk id="5" creationId="{181D3BEA-09AB-B93C-9FBE-D009B4315E83}"/>
          </ac:graphicFrameMkLst>
        </pc:graphicFrameChg>
      </pc:sldChg>
      <pc:sldChg chg="addSp delSp modSp new mod setBg">
        <pc:chgData name="Danny Arabejo" userId="e60a7d5ee165f88b" providerId="LiveId" clId="{ACAE5FED-0339-4C8F-8253-B96FA20F9EB3}" dt="2025-12-11T02:25:00.748" v="1258" actId="20577"/>
        <pc:sldMkLst>
          <pc:docMk/>
          <pc:sldMk cId="3822400716" sldId="264"/>
        </pc:sldMkLst>
        <pc:spChg chg="mod">
          <ac:chgData name="Danny Arabejo" userId="e60a7d5ee165f88b" providerId="LiveId" clId="{ACAE5FED-0339-4C8F-8253-B96FA20F9EB3}" dt="2025-12-10T23:29:41.611" v="1106" actId="1076"/>
          <ac:spMkLst>
            <pc:docMk/>
            <pc:sldMk cId="3822400716" sldId="264"/>
            <ac:spMk id="2" creationId="{2473321F-B4E1-3EBA-268E-62F1C9805230}"/>
          </ac:spMkLst>
        </pc:spChg>
        <pc:spChg chg="add del mod">
          <ac:chgData name="Danny Arabejo" userId="e60a7d5ee165f88b" providerId="LiveId" clId="{ACAE5FED-0339-4C8F-8253-B96FA20F9EB3}" dt="2025-12-10T23:28:38.575" v="1095" actId="26606"/>
          <ac:spMkLst>
            <pc:docMk/>
            <pc:sldMk cId="3822400716" sldId="264"/>
            <ac:spMk id="3" creationId="{63E8DDAB-6442-579B-4AFA-54346C80DA9D}"/>
          </ac:spMkLst>
        </pc:spChg>
        <pc:graphicFrameChg chg="add del mod">
          <ac:chgData name="Danny Arabejo" userId="e60a7d5ee165f88b" providerId="LiveId" clId="{ACAE5FED-0339-4C8F-8253-B96FA20F9EB3}" dt="2025-12-10T23:28:28.484" v="1094" actId="26606"/>
          <ac:graphicFrameMkLst>
            <pc:docMk/>
            <pc:sldMk cId="3822400716" sldId="264"/>
            <ac:graphicFrameMk id="5" creationId="{E059B8C5-A668-79A8-0F64-4DF21DEB998A}"/>
          </ac:graphicFrameMkLst>
        </pc:graphicFrameChg>
        <pc:graphicFrameChg chg="add mod modGraphic">
          <ac:chgData name="Danny Arabejo" userId="e60a7d5ee165f88b" providerId="LiveId" clId="{ACAE5FED-0339-4C8F-8253-B96FA20F9EB3}" dt="2025-12-11T02:25:00.748" v="1258" actId="20577"/>
          <ac:graphicFrameMkLst>
            <pc:docMk/>
            <pc:sldMk cId="3822400716" sldId="264"/>
            <ac:graphicFrameMk id="6" creationId="{51D9B92A-9FC1-6F8C-3965-0D221194EFC3}"/>
          </ac:graphicFrameMkLst>
        </pc:graphicFrameChg>
      </pc:sldChg>
      <pc:sldChg chg="addSp delSp modSp new del mod setBg">
        <pc:chgData name="Danny Arabejo" userId="e60a7d5ee165f88b" providerId="LiveId" clId="{ACAE5FED-0339-4C8F-8253-B96FA20F9EB3}" dt="2025-12-10T21:54:12.786" v="796" actId="2696"/>
        <pc:sldMkLst>
          <pc:docMk/>
          <pc:sldMk cId="3007195158" sldId="265"/>
        </pc:sldMkLst>
        <pc:spChg chg="mod">
          <ac:chgData name="Danny Arabejo" userId="e60a7d5ee165f88b" providerId="LiveId" clId="{ACAE5FED-0339-4C8F-8253-B96FA20F9EB3}" dt="2025-12-10T21:50:02.620" v="795" actId="26606"/>
          <ac:spMkLst>
            <pc:docMk/>
            <pc:sldMk cId="3007195158" sldId="265"/>
            <ac:spMk id="2" creationId="{3098AB21-E994-7B04-E9E2-54CB7514E232}"/>
          </ac:spMkLst>
        </pc:spChg>
        <pc:spChg chg="del">
          <ac:chgData name="Danny Arabejo" userId="e60a7d5ee165f88b" providerId="LiveId" clId="{ACAE5FED-0339-4C8F-8253-B96FA20F9EB3}" dt="2025-12-10T21:50:02.620" v="795" actId="26606"/>
          <ac:spMkLst>
            <pc:docMk/>
            <pc:sldMk cId="3007195158" sldId="265"/>
            <ac:spMk id="3" creationId="{DCA56E7F-7EB5-B4A2-6709-26F4ADABEE35}"/>
          </ac:spMkLst>
        </pc:spChg>
        <pc:spChg chg="add">
          <ac:chgData name="Danny Arabejo" userId="e60a7d5ee165f88b" providerId="LiveId" clId="{ACAE5FED-0339-4C8F-8253-B96FA20F9EB3}" dt="2025-12-10T21:50:02.620" v="795" actId="26606"/>
          <ac:spMkLst>
            <pc:docMk/>
            <pc:sldMk cId="3007195158" sldId="265"/>
            <ac:spMk id="10" creationId="{353CF00F-82D0-0DBA-75D5-1D01B4526C68}"/>
          </ac:spMkLst>
        </pc:spChg>
        <pc:graphicFrameChg chg="add">
          <ac:chgData name="Danny Arabejo" userId="e60a7d5ee165f88b" providerId="LiveId" clId="{ACAE5FED-0339-4C8F-8253-B96FA20F9EB3}" dt="2025-12-10T21:50:02.620" v="795" actId="26606"/>
          <ac:graphicFrameMkLst>
            <pc:docMk/>
            <pc:sldMk cId="3007195158" sldId="265"/>
            <ac:graphicFrameMk id="5" creationId="{DCA56E7F-7EB5-B4A2-6709-26F4ADABEE35}"/>
          </ac:graphicFrameMkLst>
        </pc:graphicFrameChg>
      </pc:sldChg>
      <pc:sldChg chg="addSp delSp modSp new mod setBg addAnim">
        <pc:chgData name="Danny Arabejo" userId="e60a7d5ee165f88b" providerId="LiveId" clId="{ACAE5FED-0339-4C8F-8253-B96FA20F9EB3}" dt="2025-12-10T23:42:08.207" v="1223"/>
        <pc:sldMkLst>
          <pc:docMk/>
          <pc:sldMk cId="3418780669" sldId="265"/>
        </pc:sldMkLst>
        <pc:spChg chg="mod">
          <ac:chgData name="Danny Arabejo" userId="e60a7d5ee165f88b" providerId="LiveId" clId="{ACAE5FED-0339-4C8F-8253-B96FA20F9EB3}" dt="2025-12-10T23:42:08.191" v="1222" actId="26606"/>
          <ac:spMkLst>
            <pc:docMk/>
            <pc:sldMk cId="3418780669" sldId="265"/>
            <ac:spMk id="2" creationId="{F275FC9F-F2E6-2DEC-CF4D-9CE874BFA4E4}"/>
          </ac:spMkLst>
        </pc:spChg>
        <pc:spChg chg="del">
          <ac:chgData name="Danny Arabejo" userId="e60a7d5ee165f88b" providerId="LiveId" clId="{ACAE5FED-0339-4C8F-8253-B96FA20F9EB3}" dt="2025-12-10T21:54:21.320" v="798" actId="478"/>
          <ac:spMkLst>
            <pc:docMk/>
            <pc:sldMk cId="3418780669" sldId="265"/>
            <ac:spMk id="3" creationId="{15C6BFB1-91AF-F905-1178-73EA6FD88614}"/>
          </ac:spMkLst>
        </pc:spChg>
        <pc:picChg chg="add">
          <ac:chgData name="Danny Arabejo" userId="e60a7d5ee165f88b" providerId="LiveId" clId="{ACAE5FED-0339-4C8F-8253-B96FA20F9EB3}" dt="2025-12-10T23:42:08.191" v="1222" actId="26606"/>
          <ac:picMkLst>
            <pc:docMk/>
            <pc:sldMk cId="3418780669" sldId="265"/>
            <ac:picMk id="4" creationId="{DE936D3C-24FA-3878-7924-ADE0BE098939}"/>
          </ac:picMkLst>
        </pc:picChg>
        <pc:picChg chg="add">
          <ac:chgData name="Danny Arabejo" userId="e60a7d5ee165f88b" providerId="LiveId" clId="{ACAE5FED-0339-4C8F-8253-B96FA20F9EB3}" dt="2025-12-10T23:42:08.191" v="1222" actId="26606"/>
          <ac:picMkLst>
            <pc:docMk/>
            <pc:sldMk cId="3418780669" sldId="265"/>
            <ac:picMk id="8" creationId="{CFD580F5-E7BF-4C1D-BEFD-4A4601EBA876}"/>
          </ac:picMkLst>
        </pc:picChg>
        <pc:picChg chg="add">
          <ac:chgData name="Danny Arabejo" userId="e60a7d5ee165f88b" providerId="LiveId" clId="{ACAE5FED-0339-4C8F-8253-B96FA20F9EB3}" dt="2025-12-10T23:42:08.191" v="1222" actId="26606"/>
          <ac:picMkLst>
            <pc:docMk/>
            <pc:sldMk cId="3418780669" sldId="265"/>
            <ac:picMk id="10" creationId="{F0F06750-78FE-4472-8DA5-14CF3336F811}"/>
          </ac:picMkLst>
        </pc:picChg>
      </pc:sldChg>
      <pc:sldChg chg="addSp delSp modSp new mod setBg setClrOvrMap delDesignElem">
        <pc:chgData name="Danny Arabejo" userId="e60a7d5ee165f88b" providerId="LiveId" clId="{ACAE5FED-0339-4C8F-8253-B96FA20F9EB3}" dt="2025-12-10T23:48:12.424" v="1241" actId="20577"/>
        <pc:sldMkLst>
          <pc:docMk/>
          <pc:sldMk cId="2087202668" sldId="266"/>
        </pc:sldMkLst>
        <pc:spChg chg="mod">
          <ac:chgData name="Danny Arabejo" userId="e60a7d5ee165f88b" providerId="LiveId" clId="{ACAE5FED-0339-4C8F-8253-B96FA20F9EB3}" dt="2025-12-10T23:33:36.086" v="1149" actId="1076"/>
          <ac:spMkLst>
            <pc:docMk/>
            <pc:sldMk cId="2087202668" sldId="266"/>
            <ac:spMk id="2" creationId="{682678C1-40DB-808F-7910-77B5998A5680}"/>
          </ac:spMkLst>
        </pc:spChg>
        <pc:spChg chg="add del mod">
          <ac:chgData name="Danny Arabejo" userId="e60a7d5ee165f88b" providerId="LiveId" clId="{ACAE5FED-0339-4C8F-8253-B96FA20F9EB3}" dt="2025-12-10T23:33:21.674" v="1146" actId="26606"/>
          <ac:spMkLst>
            <pc:docMk/>
            <pc:sldMk cId="2087202668" sldId="266"/>
            <ac:spMk id="3" creationId="{B2670930-A312-533C-B6E6-E3927BA8F1C5}"/>
          </ac:spMkLst>
        </pc:spChg>
        <pc:spChg chg="add del">
          <ac:chgData name="Danny Arabejo" userId="e60a7d5ee165f88b" providerId="LiveId" clId="{ACAE5FED-0339-4C8F-8253-B96FA20F9EB3}" dt="2025-12-10T23:33:21.658" v="1145" actId="26606"/>
          <ac:spMkLst>
            <pc:docMk/>
            <pc:sldMk cId="2087202668" sldId="266"/>
            <ac:spMk id="8" creationId="{FB0F52CA-65A7-4535-BF3C-22D126766D12}"/>
          </ac:spMkLst>
        </pc:spChg>
        <pc:spChg chg="add del">
          <ac:chgData name="Danny Arabejo" userId="e60a7d5ee165f88b" providerId="LiveId" clId="{ACAE5FED-0339-4C8F-8253-B96FA20F9EB3}" dt="2025-12-10T23:33:18.459" v="1143" actId="26606"/>
          <ac:spMkLst>
            <pc:docMk/>
            <pc:sldMk cId="2087202668" sldId="266"/>
            <ac:spMk id="9" creationId="{843DD86A-8FAA-443F-9211-42A2AE8A790C}"/>
          </ac:spMkLst>
        </pc:spChg>
        <pc:spChg chg="add del">
          <ac:chgData name="Danny Arabejo" userId="e60a7d5ee165f88b" providerId="LiveId" clId="{ACAE5FED-0339-4C8F-8253-B96FA20F9EB3}" dt="2025-12-10T23:33:21.658" v="1145" actId="26606"/>
          <ac:spMkLst>
            <pc:docMk/>
            <pc:sldMk cId="2087202668" sldId="266"/>
            <ac:spMk id="10" creationId="{B2525B01-FF71-4E47-84A9-6A8029A113FD}"/>
          </ac:spMkLst>
        </pc:spChg>
        <pc:spChg chg="add del">
          <ac:chgData name="Danny Arabejo" userId="e60a7d5ee165f88b" providerId="LiveId" clId="{ACAE5FED-0339-4C8F-8253-B96FA20F9EB3}" dt="2025-12-10T23:33:18.459" v="1143" actId="26606"/>
          <ac:spMkLst>
            <pc:docMk/>
            <pc:sldMk cId="2087202668" sldId="266"/>
            <ac:spMk id="11" creationId="{C2A13AAE-18EB-4BDF-BAF7-F2F97B8D00D6}"/>
          </ac:spMkLst>
        </pc:spChg>
        <pc:spChg chg="add del">
          <ac:chgData name="Danny Arabejo" userId="e60a7d5ee165f88b" providerId="LiveId" clId="{ACAE5FED-0339-4C8F-8253-B96FA20F9EB3}" dt="2025-12-10T23:33:21.658" v="1145" actId="26606"/>
          <ac:spMkLst>
            <pc:docMk/>
            <pc:sldMk cId="2087202668" sldId="266"/>
            <ac:spMk id="17" creationId="{B2670930-A312-533C-B6E6-E3927BA8F1C5}"/>
          </ac:spMkLst>
        </pc:spChg>
        <pc:spChg chg="add del">
          <ac:chgData name="Danny Arabejo" userId="e60a7d5ee165f88b" providerId="LiveId" clId="{ACAE5FED-0339-4C8F-8253-B96FA20F9EB3}" dt="2025-12-10T23:34:20.714" v="1155"/>
          <ac:spMkLst>
            <pc:docMk/>
            <pc:sldMk cId="2087202668" sldId="266"/>
            <ac:spMk id="19" creationId="{1EA5387D-64D8-4D6C-B109-FF4E81DF609A}"/>
          </ac:spMkLst>
        </pc:spChg>
        <pc:spChg chg="add mod">
          <ac:chgData name="Danny Arabejo" userId="e60a7d5ee165f88b" providerId="LiveId" clId="{ACAE5FED-0339-4C8F-8253-B96FA20F9EB3}" dt="2025-12-10T23:48:12.424" v="1241" actId="20577"/>
          <ac:spMkLst>
            <pc:docMk/>
            <pc:sldMk cId="2087202668" sldId="266"/>
            <ac:spMk id="21" creationId="{B2670930-A312-533C-B6E6-E3927BA8F1C5}"/>
          </ac:spMkLst>
        </pc:spChg>
        <pc:graphicFrameChg chg="add del">
          <ac:chgData name="Danny Arabejo" userId="e60a7d5ee165f88b" providerId="LiveId" clId="{ACAE5FED-0339-4C8F-8253-B96FA20F9EB3}" dt="2025-12-10T23:33:18.459" v="1143" actId="26606"/>
          <ac:graphicFrameMkLst>
            <pc:docMk/>
            <pc:sldMk cId="2087202668" sldId="266"/>
            <ac:graphicFrameMk id="5" creationId="{05648260-0890-5370-AD12-9476CC000EA3}"/>
          </ac:graphicFrameMkLst>
        </pc:graphicFrameChg>
        <pc:picChg chg="add del">
          <ac:chgData name="Danny Arabejo" userId="e60a7d5ee165f88b" providerId="LiveId" clId="{ACAE5FED-0339-4C8F-8253-B96FA20F9EB3}" dt="2025-12-10T23:33:18.459" v="1143" actId="26606"/>
          <ac:picMkLst>
            <pc:docMk/>
            <pc:sldMk cId="2087202668" sldId="266"/>
            <ac:picMk id="13" creationId="{0F5C1B21-B0DB-4206-99EE-C13D67038B93}"/>
          </ac:picMkLst>
        </pc:picChg>
        <pc:picChg chg="add del">
          <ac:chgData name="Danny Arabejo" userId="e60a7d5ee165f88b" providerId="LiveId" clId="{ACAE5FED-0339-4C8F-8253-B96FA20F9EB3}" dt="2025-12-10T23:33:18.459" v="1143" actId="26606"/>
          <ac:picMkLst>
            <pc:docMk/>
            <pc:sldMk cId="2087202668" sldId="266"/>
            <ac:picMk id="15" creationId="{49261589-06E9-4B7C-A8F1-26648507B77B}"/>
          </ac:picMkLst>
        </pc:picChg>
        <pc:picChg chg="add">
          <ac:chgData name="Danny Arabejo" userId="e60a7d5ee165f88b" providerId="LiveId" clId="{ACAE5FED-0339-4C8F-8253-B96FA20F9EB3}" dt="2025-12-10T23:33:21.674" v="1146" actId="26606"/>
          <ac:picMkLst>
            <pc:docMk/>
            <pc:sldMk cId="2087202668" sldId="266"/>
            <ac:picMk id="20" creationId="{8BF8162C-543D-90FC-999A-B2EEBE29F4EA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21AB5A-6B59-4CFE-B2E8-0A2CA1C6985A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728C78-B7A8-468D-AA08-8B617E60C0AF}">
      <dgm:prSet/>
      <dgm:spPr/>
      <dgm:t>
        <a:bodyPr/>
        <a:lstStyle/>
        <a:p>
          <a:r>
            <a:rPr lang="en-US" dirty="0"/>
            <a:t>A C# console app that can provide financial tips, credit score guidance, home buying advice, and budget calculator.</a:t>
          </a:r>
        </a:p>
      </dgm:t>
    </dgm:pt>
    <dgm:pt modelId="{46464349-CEE8-4D77-B89A-501E3E13AE66}" type="parTrans" cxnId="{211ECCC0-6143-42DC-90DE-898AC939D848}">
      <dgm:prSet/>
      <dgm:spPr/>
      <dgm:t>
        <a:bodyPr/>
        <a:lstStyle/>
        <a:p>
          <a:endParaRPr lang="en-US"/>
        </a:p>
      </dgm:t>
    </dgm:pt>
    <dgm:pt modelId="{EF666DE2-C3B3-4A19-9A4D-E74357C11B64}" type="sibTrans" cxnId="{211ECCC0-6143-42DC-90DE-898AC939D848}">
      <dgm:prSet/>
      <dgm:spPr/>
      <dgm:t>
        <a:bodyPr/>
        <a:lstStyle/>
        <a:p>
          <a:endParaRPr lang="en-US"/>
        </a:p>
      </dgm:t>
    </dgm:pt>
    <dgm:pt modelId="{28CAF533-8335-43E2-AEDA-92FF104F25BE}">
      <dgm:prSet/>
      <dgm:spPr/>
      <dgm:t>
        <a:bodyPr/>
        <a:lstStyle/>
        <a:p>
          <a:r>
            <a:rPr lang="en-US"/>
            <a:t>Centralizes beginner friendly financial education into one easy-to-use tool.</a:t>
          </a:r>
        </a:p>
      </dgm:t>
    </dgm:pt>
    <dgm:pt modelId="{8F6A5D5F-204C-4332-88AA-292C7C5B76CA}" type="parTrans" cxnId="{EA6ADDED-DCCA-401D-BF86-4B9DEC9E9DDA}">
      <dgm:prSet/>
      <dgm:spPr/>
      <dgm:t>
        <a:bodyPr/>
        <a:lstStyle/>
        <a:p>
          <a:endParaRPr lang="en-US"/>
        </a:p>
      </dgm:t>
    </dgm:pt>
    <dgm:pt modelId="{806C9E35-258F-4E44-92B0-9A2B6363C404}" type="sibTrans" cxnId="{EA6ADDED-DCCA-401D-BF86-4B9DEC9E9DDA}">
      <dgm:prSet/>
      <dgm:spPr/>
      <dgm:t>
        <a:bodyPr/>
        <a:lstStyle/>
        <a:p>
          <a:endParaRPr lang="en-US"/>
        </a:p>
      </dgm:t>
    </dgm:pt>
    <dgm:pt modelId="{2638AB0B-5CA7-4166-A964-9FFC153CF35A}" type="pres">
      <dgm:prSet presAssocID="{1221AB5A-6B59-4CFE-B2E8-0A2CA1C698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F129AB-8956-4471-BD11-58C142693BAC}" type="pres">
      <dgm:prSet presAssocID="{25728C78-B7A8-468D-AA08-8B617E60C0AF}" presName="hierRoot1" presStyleCnt="0"/>
      <dgm:spPr/>
    </dgm:pt>
    <dgm:pt modelId="{7A711DAA-070A-465F-AE3B-A8F3463015DE}" type="pres">
      <dgm:prSet presAssocID="{25728C78-B7A8-468D-AA08-8B617E60C0AF}" presName="composite" presStyleCnt="0"/>
      <dgm:spPr/>
    </dgm:pt>
    <dgm:pt modelId="{B90FB75C-ED27-4AEC-A775-8C7573C1A5C8}" type="pres">
      <dgm:prSet presAssocID="{25728C78-B7A8-468D-AA08-8B617E60C0AF}" presName="background" presStyleLbl="node0" presStyleIdx="0" presStyleCnt="2"/>
      <dgm:spPr/>
    </dgm:pt>
    <dgm:pt modelId="{8E392F25-81D5-41E7-8BE6-878114B78E65}" type="pres">
      <dgm:prSet presAssocID="{25728C78-B7A8-468D-AA08-8B617E60C0AF}" presName="text" presStyleLbl="fgAcc0" presStyleIdx="0" presStyleCnt="2">
        <dgm:presLayoutVars>
          <dgm:chPref val="3"/>
        </dgm:presLayoutVars>
      </dgm:prSet>
      <dgm:spPr/>
    </dgm:pt>
    <dgm:pt modelId="{686FEDEF-2AF9-4C44-AF2F-66F55AB296BD}" type="pres">
      <dgm:prSet presAssocID="{25728C78-B7A8-468D-AA08-8B617E60C0AF}" presName="hierChild2" presStyleCnt="0"/>
      <dgm:spPr/>
    </dgm:pt>
    <dgm:pt modelId="{9FC7A8CA-91D5-4899-B435-59EE4881DD46}" type="pres">
      <dgm:prSet presAssocID="{28CAF533-8335-43E2-AEDA-92FF104F25BE}" presName="hierRoot1" presStyleCnt="0"/>
      <dgm:spPr/>
    </dgm:pt>
    <dgm:pt modelId="{FF38B9C7-7A57-4491-86D8-968FC676042B}" type="pres">
      <dgm:prSet presAssocID="{28CAF533-8335-43E2-AEDA-92FF104F25BE}" presName="composite" presStyleCnt="0"/>
      <dgm:spPr/>
    </dgm:pt>
    <dgm:pt modelId="{E130AED8-ED55-491B-8FB9-85D1912B91C5}" type="pres">
      <dgm:prSet presAssocID="{28CAF533-8335-43E2-AEDA-92FF104F25BE}" presName="background" presStyleLbl="node0" presStyleIdx="1" presStyleCnt="2"/>
      <dgm:spPr/>
    </dgm:pt>
    <dgm:pt modelId="{B859E030-7BFE-48AB-84C9-9EC5FD93BA8A}" type="pres">
      <dgm:prSet presAssocID="{28CAF533-8335-43E2-AEDA-92FF104F25BE}" presName="text" presStyleLbl="fgAcc0" presStyleIdx="1" presStyleCnt="2">
        <dgm:presLayoutVars>
          <dgm:chPref val="3"/>
        </dgm:presLayoutVars>
      </dgm:prSet>
      <dgm:spPr/>
    </dgm:pt>
    <dgm:pt modelId="{090D159F-F6A7-4BD7-BDFC-FEBBA650B1B7}" type="pres">
      <dgm:prSet presAssocID="{28CAF533-8335-43E2-AEDA-92FF104F25BE}" presName="hierChild2" presStyleCnt="0"/>
      <dgm:spPr/>
    </dgm:pt>
  </dgm:ptLst>
  <dgm:cxnLst>
    <dgm:cxn modelId="{94E18601-787E-4B52-8552-22AA01E39C4C}" type="presOf" srcId="{1221AB5A-6B59-4CFE-B2E8-0A2CA1C6985A}" destId="{2638AB0B-5CA7-4166-A964-9FFC153CF35A}" srcOrd="0" destOrd="0" presId="urn:microsoft.com/office/officeart/2005/8/layout/hierarchy1"/>
    <dgm:cxn modelId="{A37FC424-653C-4B57-BEE1-42D4EB9F0B7A}" type="presOf" srcId="{25728C78-B7A8-468D-AA08-8B617E60C0AF}" destId="{8E392F25-81D5-41E7-8BE6-878114B78E65}" srcOrd="0" destOrd="0" presId="urn:microsoft.com/office/officeart/2005/8/layout/hierarchy1"/>
    <dgm:cxn modelId="{0B077EBF-D201-4DDB-864C-3587CF798B26}" type="presOf" srcId="{28CAF533-8335-43E2-AEDA-92FF104F25BE}" destId="{B859E030-7BFE-48AB-84C9-9EC5FD93BA8A}" srcOrd="0" destOrd="0" presId="urn:microsoft.com/office/officeart/2005/8/layout/hierarchy1"/>
    <dgm:cxn modelId="{211ECCC0-6143-42DC-90DE-898AC939D848}" srcId="{1221AB5A-6B59-4CFE-B2E8-0A2CA1C6985A}" destId="{25728C78-B7A8-468D-AA08-8B617E60C0AF}" srcOrd="0" destOrd="0" parTransId="{46464349-CEE8-4D77-B89A-501E3E13AE66}" sibTransId="{EF666DE2-C3B3-4A19-9A4D-E74357C11B64}"/>
    <dgm:cxn modelId="{EA6ADDED-DCCA-401D-BF86-4B9DEC9E9DDA}" srcId="{1221AB5A-6B59-4CFE-B2E8-0A2CA1C6985A}" destId="{28CAF533-8335-43E2-AEDA-92FF104F25BE}" srcOrd="1" destOrd="0" parTransId="{8F6A5D5F-204C-4332-88AA-292C7C5B76CA}" sibTransId="{806C9E35-258F-4E44-92B0-9A2B6363C404}"/>
    <dgm:cxn modelId="{CED36D42-807E-46CB-889C-B1045B739432}" type="presParOf" srcId="{2638AB0B-5CA7-4166-A964-9FFC153CF35A}" destId="{A1F129AB-8956-4471-BD11-58C142693BAC}" srcOrd="0" destOrd="0" presId="urn:microsoft.com/office/officeart/2005/8/layout/hierarchy1"/>
    <dgm:cxn modelId="{AB1CA999-1928-4FAC-9C09-871D81D324BC}" type="presParOf" srcId="{A1F129AB-8956-4471-BD11-58C142693BAC}" destId="{7A711DAA-070A-465F-AE3B-A8F3463015DE}" srcOrd="0" destOrd="0" presId="urn:microsoft.com/office/officeart/2005/8/layout/hierarchy1"/>
    <dgm:cxn modelId="{BA44F3E5-7605-447F-98B3-BA14E3EF2D07}" type="presParOf" srcId="{7A711DAA-070A-465F-AE3B-A8F3463015DE}" destId="{B90FB75C-ED27-4AEC-A775-8C7573C1A5C8}" srcOrd="0" destOrd="0" presId="urn:microsoft.com/office/officeart/2005/8/layout/hierarchy1"/>
    <dgm:cxn modelId="{D17FD83D-10B7-482C-B3A1-A6D79048B796}" type="presParOf" srcId="{7A711DAA-070A-465F-AE3B-A8F3463015DE}" destId="{8E392F25-81D5-41E7-8BE6-878114B78E65}" srcOrd="1" destOrd="0" presId="urn:microsoft.com/office/officeart/2005/8/layout/hierarchy1"/>
    <dgm:cxn modelId="{EAFF4F60-9DCA-41D7-A0A5-9C6C680C900B}" type="presParOf" srcId="{A1F129AB-8956-4471-BD11-58C142693BAC}" destId="{686FEDEF-2AF9-4C44-AF2F-66F55AB296BD}" srcOrd="1" destOrd="0" presId="urn:microsoft.com/office/officeart/2005/8/layout/hierarchy1"/>
    <dgm:cxn modelId="{DF6A6A47-CF3B-445A-9490-70E043099A10}" type="presParOf" srcId="{2638AB0B-5CA7-4166-A964-9FFC153CF35A}" destId="{9FC7A8CA-91D5-4899-B435-59EE4881DD46}" srcOrd="1" destOrd="0" presId="urn:microsoft.com/office/officeart/2005/8/layout/hierarchy1"/>
    <dgm:cxn modelId="{6E401DEA-63FF-4B0E-9237-1A1C2B471A8B}" type="presParOf" srcId="{9FC7A8CA-91D5-4899-B435-59EE4881DD46}" destId="{FF38B9C7-7A57-4491-86D8-968FC676042B}" srcOrd="0" destOrd="0" presId="urn:microsoft.com/office/officeart/2005/8/layout/hierarchy1"/>
    <dgm:cxn modelId="{AB26750A-08FC-498F-8946-608CBCB8A2B9}" type="presParOf" srcId="{FF38B9C7-7A57-4491-86D8-968FC676042B}" destId="{E130AED8-ED55-491B-8FB9-85D1912B91C5}" srcOrd="0" destOrd="0" presId="urn:microsoft.com/office/officeart/2005/8/layout/hierarchy1"/>
    <dgm:cxn modelId="{F3D1E9B7-E6A9-4416-9A89-E0C9302AB5A5}" type="presParOf" srcId="{FF38B9C7-7A57-4491-86D8-968FC676042B}" destId="{B859E030-7BFE-48AB-84C9-9EC5FD93BA8A}" srcOrd="1" destOrd="0" presId="urn:microsoft.com/office/officeart/2005/8/layout/hierarchy1"/>
    <dgm:cxn modelId="{4872E480-43A4-4C98-9D1C-9BDBB1A4F3DC}" type="presParOf" srcId="{9FC7A8CA-91D5-4899-B435-59EE4881DD46}" destId="{090D159F-F6A7-4BD7-BDFC-FEBBA650B1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EB7255-CBF6-4F19-A9AA-CA70DCDAE0A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1A21C4-00CD-4535-8C8E-0BF0FB404567}">
      <dgm:prSet/>
      <dgm:spPr/>
      <dgm:t>
        <a:bodyPr/>
        <a:lstStyle/>
        <a:p>
          <a:pPr>
            <a:defRPr cap="all"/>
          </a:pPr>
          <a:r>
            <a:rPr lang="en-US" dirty="0"/>
            <a:t>31 daily financial tips</a:t>
          </a:r>
        </a:p>
      </dgm:t>
    </dgm:pt>
    <dgm:pt modelId="{DD677418-FE47-4CDA-80C3-C1733B09F20C}" type="parTrans" cxnId="{CB34675F-63F9-430B-A602-EC76761112D8}">
      <dgm:prSet/>
      <dgm:spPr/>
      <dgm:t>
        <a:bodyPr/>
        <a:lstStyle/>
        <a:p>
          <a:endParaRPr lang="en-US"/>
        </a:p>
      </dgm:t>
    </dgm:pt>
    <dgm:pt modelId="{347FCBDB-774B-4490-B13B-948BB54D8071}" type="sibTrans" cxnId="{CB34675F-63F9-430B-A602-EC76761112D8}">
      <dgm:prSet/>
      <dgm:spPr/>
      <dgm:t>
        <a:bodyPr/>
        <a:lstStyle/>
        <a:p>
          <a:endParaRPr lang="en-US"/>
        </a:p>
      </dgm:t>
    </dgm:pt>
    <dgm:pt modelId="{A268F2DA-8ACC-4683-8883-933BA6784626}">
      <dgm:prSet/>
      <dgm:spPr/>
      <dgm:t>
        <a:bodyPr/>
        <a:lstStyle/>
        <a:p>
          <a:pPr>
            <a:defRPr cap="all"/>
          </a:pPr>
          <a:r>
            <a:rPr lang="en-US"/>
            <a:t>Credit score improvement guide</a:t>
          </a:r>
        </a:p>
      </dgm:t>
    </dgm:pt>
    <dgm:pt modelId="{B43C6515-CAD6-4947-9BC3-AFC61BF732F6}" type="parTrans" cxnId="{62BA156F-B92C-48BF-9218-05E65D6DBB06}">
      <dgm:prSet/>
      <dgm:spPr/>
      <dgm:t>
        <a:bodyPr/>
        <a:lstStyle/>
        <a:p>
          <a:endParaRPr lang="en-US"/>
        </a:p>
      </dgm:t>
    </dgm:pt>
    <dgm:pt modelId="{1C6D0F55-7C78-4174-AAED-F98B89383582}" type="sibTrans" cxnId="{62BA156F-B92C-48BF-9218-05E65D6DBB06}">
      <dgm:prSet/>
      <dgm:spPr/>
      <dgm:t>
        <a:bodyPr/>
        <a:lstStyle/>
        <a:p>
          <a:endParaRPr lang="en-US"/>
        </a:p>
      </dgm:t>
    </dgm:pt>
    <dgm:pt modelId="{EBB2B853-F655-4BE8-9FF7-A191B055C412}">
      <dgm:prSet/>
      <dgm:spPr/>
      <dgm:t>
        <a:bodyPr/>
        <a:lstStyle/>
        <a:p>
          <a:pPr>
            <a:defRPr cap="all"/>
          </a:pPr>
          <a:r>
            <a:rPr lang="en-US"/>
            <a:t>Housing advice and preparation steps</a:t>
          </a:r>
        </a:p>
      </dgm:t>
    </dgm:pt>
    <dgm:pt modelId="{1D6F28E7-A17C-40F6-9813-0359F7138011}" type="parTrans" cxnId="{3E3D6683-FA14-4A79-BD79-E492920F3787}">
      <dgm:prSet/>
      <dgm:spPr/>
      <dgm:t>
        <a:bodyPr/>
        <a:lstStyle/>
        <a:p>
          <a:endParaRPr lang="en-US"/>
        </a:p>
      </dgm:t>
    </dgm:pt>
    <dgm:pt modelId="{8CBE5A82-A82B-4E18-92FF-FD46B6148763}" type="sibTrans" cxnId="{3E3D6683-FA14-4A79-BD79-E492920F3787}">
      <dgm:prSet/>
      <dgm:spPr/>
      <dgm:t>
        <a:bodyPr/>
        <a:lstStyle/>
        <a:p>
          <a:endParaRPr lang="en-US"/>
        </a:p>
      </dgm:t>
    </dgm:pt>
    <dgm:pt modelId="{4D2C407C-96FD-4950-B353-0BF0A2D42DF1}">
      <dgm:prSet/>
      <dgm:spPr/>
      <dgm:t>
        <a:bodyPr/>
        <a:lstStyle/>
        <a:p>
          <a:pPr>
            <a:defRPr cap="all"/>
          </a:pPr>
          <a:r>
            <a:rPr lang="en-US" dirty="0"/>
            <a:t>Interactive budget calculator with two budgeting models</a:t>
          </a:r>
        </a:p>
      </dgm:t>
    </dgm:pt>
    <dgm:pt modelId="{5A2E6F8A-7108-432F-A8B3-7D390EAC195D}" type="parTrans" cxnId="{E5CC6AF3-78E7-40C6-A6B8-D1F6D371D93E}">
      <dgm:prSet/>
      <dgm:spPr/>
      <dgm:t>
        <a:bodyPr/>
        <a:lstStyle/>
        <a:p>
          <a:endParaRPr lang="en-US"/>
        </a:p>
      </dgm:t>
    </dgm:pt>
    <dgm:pt modelId="{6E43888F-25B5-4AB6-8B4E-88A5DE768B72}" type="sibTrans" cxnId="{E5CC6AF3-78E7-40C6-A6B8-D1F6D371D93E}">
      <dgm:prSet/>
      <dgm:spPr/>
      <dgm:t>
        <a:bodyPr/>
        <a:lstStyle/>
        <a:p>
          <a:endParaRPr lang="en-US"/>
        </a:p>
      </dgm:t>
    </dgm:pt>
    <dgm:pt modelId="{8916F778-75E9-4F27-8420-93A3233E2404}" type="pres">
      <dgm:prSet presAssocID="{18EB7255-CBF6-4F19-A9AA-CA70DCDAE0A7}" presName="root" presStyleCnt="0">
        <dgm:presLayoutVars>
          <dgm:dir/>
          <dgm:resizeHandles val="exact"/>
        </dgm:presLayoutVars>
      </dgm:prSet>
      <dgm:spPr/>
    </dgm:pt>
    <dgm:pt modelId="{209C44F7-8816-4A78-9429-0D6B6DE99B81}" type="pres">
      <dgm:prSet presAssocID="{B71A21C4-00CD-4535-8C8E-0BF0FB404567}" presName="compNode" presStyleCnt="0"/>
      <dgm:spPr/>
    </dgm:pt>
    <dgm:pt modelId="{FDFDF009-3675-44D1-9CF6-2CC2078E6E53}" type="pres">
      <dgm:prSet presAssocID="{B71A21C4-00CD-4535-8C8E-0BF0FB404567}" presName="iconBgRect" presStyleLbl="bgShp" presStyleIdx="0" presStyleCnt="4"/>
      <dgm:spPr/>
    </dgm:pt>
    <dgm:pt modelId="{16D29072-4206-40EF-AD7D-B3B71E436E0F}" type="pres">
      <dgm:prSet presAssocID="{B71A21C4-00CD-4535-8C8E-0BF0FB4045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32C1FDC-18FF-4E69-A870-2F61B881D8AC}" type="pres">
      <dgm:prSet presAssocID="{B71A21C4-00CD-4535-8C8E-0BF0FB404567}" presName="spaceRect" presStyleCnt="0"/>
      <dgm:spPr/>
    </dgm:pt>
    <dgm:pt modelId="{6424CC81-B04A-4C97-88E8-9213373D2A0C}" type="pres">
      <dgm:prSet presAssocID="{B71A21C4-00CD-4535-8C8E-0BF0FB404567}" presName="textRect" presStyleLbl="revTx" presStyleIdx="0" presStyleCnt="4">
        <dgm:presLayoutVars>
          <dgm:chMax val="1"/>
          <dgm:chPref val="1"/>
        </dgm:presLayoutVars>
      </dgm:prSet>
      <dgm:spPr/>
    </dgm:pt>
    <dgm:pt modelId="{29A56D5F-5519-4A59-8468-4E24C34B7D6E}" type="pres">
      <dgm:prSet presAssocID="{347FCBDB-774B-4490-B13B-948BB54D8071}" presName="sibTrans" presStyleCnt="0"/>
      <dgm:spPr/>
    </dgm:pt>
    <dgm:pt modelId="{40869557-703C-4FF0-A4B1-0A21CF80909B}" type="pres">
      <dgm:prSet presAssocID="{A268F2DA-8ACC-4683-8883-933BA6784626}" presName="compNode" presStyleCnt="0"/>
      <dgm:spPr/>
    </dgm:pt>
    <dgm:pt modelId="{C56CE485-9EB6-40BA-AF47-681F859979DE}" type="pres">
      <dgm:prSet presAssocID="{A268F2DA-8ACC-4683-8883-933BA6784626}" presName="iconBgRect" presStyleLbl="bgShp" presStyleIdx="1" presStyleCnt="4"/>
      <dgm:spPr/>
    </dgm:pt>
    <dgm:pt modelId="{EFA9EE8A-A90C-48CB-A5F0-8E7228D5E0F5}" type="pres">
      <dgm:prSet presAssocID="{A268F2DA-8ACC-4683-8883-933BA67846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3F369C-28F7-46F4-9CAB-F0E1BB6D424E}" type="pres">
      <dgm:prSet presAssocID="{A268F2DA-8ACC-4683-8883-933BA6784626}" presName="spaceRect" presStyleCnt="0"/>
      <dgm:spPr/>
    </dgm:pt>
    <dgm:pt modelId="{62423C50-9C25-4681-BE23-97D43DBB188C}" type="pres">
      <dgm:prSet presAssocID="{A268F2DA-8ACC-4683-8883-933BA6784626}" presName="textRect" presStyleLbl="revTx" presStyleIdx="1" presStyleCnt="4">
        <dgm:presLayoutVars>
          <dgm:chMax val="1"/>
          <dgm:chPref val="1"/>
        </dgm:presLayoutVars>
      </dgm:prSet>
      <dgm:spPr/>
    </dgm:pt>
    <dgm:pt modelId="{A51CDF2E-622D-4DE8-B659-3285470C46B5}" type="pres">
      <dgm:prSet presAssocID="{1C6D0F55-7C78-4174-AAED-F98B89383582}" presName="sibTrans" presStyleCnt="0"/>
      <dgm:spPr/>
    </dgm:pt>
    <dgm:pt modelId="{FC5CB7D8-2A4D-48AC-A245-FBD08251835E}" type="pres">
      <dgm:prSet presAssocID="{EBB2B853-F655-4BE8-9FF7-A191B055C412}" presName="compNode" presStyleCnt="0"/>
      <dgm:spPr/>
    </dgm:pt>
    <dgm:pt modelId="{8C3C894A-6E81-4894-A47A-84D90B10DB45}" type="pres">
      <dgm:prSet presAssocID="{EBB2B853-F655-4BE8-9FF7-A191B055C412}" presName="iconBgRect" presStyleLbl="bgShp" presStyleIdx="2" presStyleCnt="4"/>
      <dgm:spPr/>
    </dgm:pt>
    <dgm:pt modelId="{372DA9CD-D47D-4A96-A9AF-9E05C793A348}" type="pres">
      <dgm:prSet presAssocID="{EBB2B853-F655-4BE8-9FF7-A191B055C4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F355CCF-6083-4F77-9CD4-15A8F924E2AB}" type="pres">
      <dgm:prSet presAssocID="{EBB2B853-F655-4BE8-9FF7-A191B055C412}" presName="spaceRect" presStyleCnt="0"/>
      <dgm:spPr/>
    </dgm:pt>
    <dgm:pt modelId="{CCE3A955-A368-414B-8CFA-52B006D8F82A}" type="pres">
      <dgm:prSet presAssocID="{EBB2B853-F655-4BE8-9FF7-A191B055C412}" presName="textRect" presStyleLbl="revTx" presStyleIdx="2" presStyleCnt="4">
        <dgm:presLayoutVars>
          <dgm:chMax val="1"/>
          <dgm:chPref val="1"/>
        </dgm:presLayoutVars>
      </dgm:prSet>
      <dgm:spPr/>
    </dgm:pt>
    <dgm:pt modelId="{8E5E8D0E-D8DC-47CE-AA1C-4247F2DD59F5}" type="pres">
      <dgm:prSet presAssocID="{8CBE5A82-A82B-4E18-92FF-FD46B6148763}" presName="sibTrans" presStyleCnt="0"/>
      <dgm:spPr/>
    </dgm:pt>
    <dgm:pt modelId="{D0429258-DC4F-43D9-9C8B-45A281885177}" type="pres">
      <dgm:prSet presAssocID="{4D2C407C-96FD-4950-B353-0BF0A2D42DF1}" presName="compNode" presStyleCnt="0"/>
      <dgm:spPr/>
    </dgm:pt>
    <dgm:pt modelId="{35093122-F5A4-428D-9216-E159EAA6A061}" type="pres">
      <dgm:prSet presAssocID="{4D2C407C-96FD-4950-B353-0BF0A2D42DF1}" presName="iconBgRect" presStyleLbl="bgShp" presStyleIdx="3" presStyleCnt="4"/>
      <dgm:spPr/>
    </dgm:pt>
    <dgm:pt modelId="{C972CF54-DDFB-4771-B97E-206DE803DA1A}" type="pres">
      <dgm:prSet presAssocID="{4D2C407C-96FD-4950-B353-0BF0A2D42D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820A4FB-7FAF-49AD-A5EF-4D46ABE9FB68}" type="pres">
      <dgm:prSet presAssocID="{4D2C407C-96FD-4950-B353-0BF0A2D42DF1}" presName="spaceRect" presStyleCnt="0"/>
      <dgm:spPr/>
    </dgm:pt>
    <dgm:pt modelId="{80D0F4F6-5C9A-44FC-9F83-3050751111F2}" type="pres">
      <dgm:prSet presAssocID="{4D2C407C-96FD-4950-B353-0BF0A2D42D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8693C03-6F83-41A5-9A6F-5E00FF6A6803}" type="presOf" srcId="{4D2C407C-96FD-4950-B353-0BF0A2D42DF1}" destId="{80D0F4F6-5C9A-44FC-9F83-3050751111F2}" srcOrd="0" destOrd="0" presId="urn:microsoft.com/office/officeart/2018/5/layout/IconCircleLabelList"/>
    <dgm:cxn modelId="{890D0A17-F8A1-42FF-92F3-BDCD0BBACA71}" type="presOf" srcId="{EBB2B853-F655-4BE8-9FF7-A191B055C412}" destId="{CCE3A955-A368-414B-8CFA-52B006D8F82A}" srcOrd="0" destOrd="0" presId="urn:microsoft.com/office/officeart/2018/5/layout/IconCircleLabelList"/>
    <dgm:cxn modelId="{C526BD2F-ACCA-4AF8-9931-216113152FE2}" type="presOf" srcId="{18EB7255-CBF6-4F19-A9AA-CA70DCDAE0A7}" destId="{8916F778-75E9-4F27-8420-93A3233E2404}" srcOrd="0" destOrd="0" presId="urn:microsoft.com/office/officeart/2018/5/layout/IconCircleLabelList"/>
    <dgm:cxn modelId="{CB34675F-63F9-430B-A602-EC76761112D8}" srcId="{18EB7255-CBF6-4F19-A9AA-CA70DCDAE0A7}" destId="{B71A21C4-00CD-4535-8C8E-0BF0FB404567}" srcOrd="0" destOrd="0" parTransId="{DD677418-FE47-4CDA-80C3-C1733B09F20C}" sibTransId="{347FCBDB-774B-4490-B13B-948BB54D8071}"/>
    <dgm:cxn modelId="{C92AFA6B-421B-4C9D-8DE6-1FF039DED67E}" type="presOf" srcId="{B71A21C4-00CD-4535-8C8E-0BF0FB404567}" destId="{6424CC81-B04A-4C97-88E8-9213373D2A0C}" srcOrd="0" destOrd="0" presId="urn:microsoft.com/office/officeart/2018/5/layout/IconCircleLabelList"/>
    <dgm:cxn modelId="{62BA156F-B92C-48BF-9218-05E65D6DBB06}" srcId="{18EB7255-CBF6-4F19-A9AA-CA70DCDAE0A7}" destId="{A268F2DA-8ACC-4683-8883-933BA6784626}" srcOrd="1" destOrd="0" parTransId="{B43C6515-CAD6-4947-9BC3-AFC61BF732F6}" sibTransId="{1C6D0F55-7C78-4174-AAED-F98B89383582}"/>
    <dgm:cxn modelId="{9D157956-934E-4374-979B-C14A56760EDE}" type="presOf" srcId="{A268F2DA-8ACC-4683-8883-933BA6784626}" destId="{62423C50-9C25-4681-BE23-97D43DBB188C}" srcOrd="0" destOrd="0" presId="urn:microsoft.com/office/officeart/2018/5/layout/IconCircleLabelList"/>
    <dgm:cxn modelId="{3E3D6683-FA14-4A79-BD79-E492920F3787}" srcId="{18EB7255-CBF6-4F19-A9AA-CA70DCDAE0A7}" destId="{EBB2B853-F655-4BE8-9FF7-A191B055C412}" srcOrd="2" destOrd="0" parTransId="{1D6F28E7-A17C-40F6-9813-0359F7138011}" sibTransId="{8CBE5A82-A82B-4E18-92FF-FD46B6148763}"/>
    <dgm:cxn modelId="{E5CC6AF3-78E7-40C6-A6B8-D1F6D371D93E}" srcId="{18EB7255-CBF6-4F19-A9AA-CA70DCDAE0A7}" destId="{4D2C407C-96FD-4950-B353-0BF0A2D42DF1}" srcOrd="3" destOrd="0" parTransId="{5A2E6F8A-7108-432F-A8B3-7D390EAC195D}" sibTransId="{6E43888F-25B5-4AB6-8B4E-88A5DE768B72}"/>
    <dgm:cxn modelId="{0661A9EC-8C84-4F22-8BD8-1CD792249346}" type="presParOf" srcId="{8916F778-75E9-4F27-8420-93A3233E2404}" destId="{209C44F7-8816-4A78-9429-0D6B6DE99B81}" srcOrd="0" destOrd="0" presId="urn:microsoft.com/office/officeart/2018/5/layout/IconCircleLabelList"/>
    <dgm:cxn modelId="{185B0D91-1359-448E-A751-2DECC38144C9}" type="presParOf" srcId="{209C44F7-8816-4A78-9429-0D6B6DE99B81}" destId="{FDFDF009-3675-44D1-9CF6-2CC2078E6E53}" srcOrd="0" destOrd="0" presId="urn:microsoft.com/office/officeart/2018/5/layout/IconCircleLabelList"/>
    <dgm:cxn modelId="{55151DDA-DACD-4F91-9A28-EC1F45C11915}" type="presParOf" srcId="{209C44F7-8816-4A78-9429-0D6B6DE99B81}" destId="{16D29072-4206-40EF-AD7D-B3B71E436E0F}" srcOrd="1" destOrd="0" presId="urn:microsoft.com/office/officeart/2018/5/layout/IconCircleLabelList"/>
    <dgm:cxn modelId="{665459BB-4E9B-4794-9095-8FEA49AF2173}" type="presParOf" srcId="{209C44F7-8816-4A78-9429-0D6B6DE99B81}" destId="{232C1FDC-18FF-4E69-A870-2F61B881D8AC}" srcOrd="2" destOrd="0" presId="urn:microsoft.com/office/officeart/2018/5/layout/IconCircleLabelList"/>
    <dgm:cxn modelId="{E7DE0A48-D4FF-448C-A1FB-03FFC6EFFB5B}" type="presParOf" srcId="{209C44F7-8816-4A78-9429-0D6B6DE99B81}" destId="{6424CC81-B04A-4C97-88E8-9213373D2A0C}" srcOrd="3" destOrd="0" presId="urn:microsoft.com/office/officeart/2018/5/layout/IconCircleLabelList"/>
    <dgm:cxn modelId="{ED364155-760D-4D84-81F5-7D9D26F629E5}" type="presParOf" srcId="{8916F778-75E9-4F27-8420-93A3233E2404}" destId="{29A56D5F-5519-4A59-8468-4E24C34B7D6E}" srcOrd="1" destOrd="0" presId="urn:microsoft.com/office/officeart/2018/5/layout/IconCircleLabelList"/>
    <dgm:cxn modelId="{CDF7E045-F057-4761-ACAE-9060AA00164D}" type="presParOf" srcId="{8916F778-75E9-4F27-8420-93A3233E2404}" destId="{40869557-703C-4FF0-A4B1-0A21CF80909B}" srcOrd="2" destOrd="0" presId="urn:microsoft.com/office/officeart/2018/5/layout/IconCircleLabelList"/>
    <dgm:cxn modelId="{EEB2BE09-4657-4DB2-AE53-C13F6325618E}" type="presParOf" srcId="{40869557-703C-4FF0-A4B1-0A21CF80909B}" destId="{C56CE485-9EB6-40BA-AF47-681F859979DE}" srcOrd="0" destOrd="0" presId="urn:microsoft.com/office/officeart/2018/5/layout/IconCircleLabelList"/>
    <dgm:cxn modelId="{085B024D-252C-4956-914C-28D20F5D1817}" type="presParOf" srcId="{40869557-703C-4FF0-A4B1-0A21CF80909B}" destId="{EFA9EE8A-A90C-48CB-A5F0-8E7228D5E0F5}" srcOrd="1" destOrd="0" presId="urn:microsoft.com/office/officeart/2018/5/layout/IconCircleLabelList"/>
    <dgm:cxn modelId="{CDD27568-BE6E-4AFD-B798-9A4F49FE375E}" type="presParOf" srcId="{40869557-703C-4FF0-A4B1-0A21CF80909B}" destId="{D63F369C-28F7-46F4-9CAB-F0E1BB6D424E}" srcOrd="2" destOrd="0" presId="urn:microsoft.com/office/officeart/2018/5/layout/IconCircleLabelList"/>
    <dgm:cxn modelId="{FA2CDD74-4306-4F54-8836-B932A3F05F94}" type="presParOf" srcId="{40869557-703C-4FF0-A4B1-0A21CF80909B}" destId="{62423C50-9C25-4681-BE23-97D43DBB188C}" srcOrd="3" destOrd="0" presId="urn:microsoft.com/office/officeart/2018/5/layout/IconCircleLabelList"/>
    <dgm:cxn modelId="{200E0453-6DC8-48B5-A20B-34F3A855A922}" type="presParOf" srcId="{8916F778-75E9-4F27-8420-93A3233E2404}" destId="{A51CDF2E-622D-4DE8-B659-3285470C46B5}" srcOrd="3" destOrd="0" presId="urn:microsoft.com/office/officeart/2018/5/layout/IconCircleLabelList"/>
    <dgm:cxn modelId="{B1F2821C-69ED-457D-8526-A953E2D2773D}" type="presParOf" srcId="{8916F778-75E9-4F27-8420-93A3233E2404}" destId="{FC5CB7D8-2A4D-48AC-A245-FBD08251835E}" srcOrd="4" destOrd="0" presId="urn:microsoft.com/office/officeart/2018/5/layout/IconCircleLabelList"/>
    <dgm:cxn modelId="{E81491C7-D530-47AA-81A3-230D22DF3A43}" type="presParOf" srcId="{FC5CB7D8-2A4D-48AC-A245-FBD08251835E}" destId="{8C3C894A-6E81-4894-A47A-84D90B10DB45}" srcOrd="0" destOrd="0" presId="urn:microsoft.com/office/officeart/2018/5/layout/IconCircleLabelList"/>
    <dgm:cxn modelId="{7440CBD7-850D-459F-98ED-DDECDE054756}" type="presParOf" srcId="{FC5CB7D8-2A4D-48AC-A245-FBD08251835E}" destId="{372DA9CD-D47D-4A96-A9AF-9E05C793A348}" srcOrd="1" destOrd="0" presId="urn:microsoft.com/office/officeart/2018/5/layout/IconCircleLabelList"/>
    <dgm:cxn modelId="{1AD74CA7-CE2C-4563-8100-2750E24D0D22}" type="presParOf" srcId="{FC5CB7D8-2A4D-48AC-A245-FBD08251835E}" destId="{1F355CCF-6083-4F77-9CD4-15A8F924E2AB}" srcOrd="2" destOrd="0" presId="urn:microsoft.com/office/officeart/2018/5/layout/IconCircleLabelList"/>
    <dgm:cxn modelId="{D1113FFE-3DEA-4E39-B322-B0A7CE753EA1}" type="presParOf" srcId="{FC5CB7D8-2A4D-48AC-A245-FBD08251835E}" destId="{CCE3A955-A368-414B-8CFA-52B006D8F82A}" srcOrd="3" destOrd="0" presId="urn:microsoft.com/office/officeart/2018/5/layout/IconCircleLabelList"/>
    <dgm:cxn modelId="{2C5C09A3-0760-4AEF-8DC9-7F58E2587134}" type="presParOf" srcId="{8916F778-75E9-4F27-8420-93A3233E2404}" destId="{8E5E8D0E-D8DC-47CE-AA1C-4247F2DD59F5}" srcOrd="5" destOrd="0" presId="urn:microsoft.com/office/officeart/2018/5/layout/IconCircleLabelList"/>
    <dgm:cxn modelId="{E7924F5A-E92A-44B1-A16B-AC252A0DB053}" type="presParOf" srcId="{8916F778-75E9-4F27-8420-93A3233E2404}" destId="{D0429258-DC4F-43D9-9C8B-45A281885177}" srcOrd="6" destOrd="0" presId="urn:microsoft.com/office/officeart/2018/5/layout/IconCircleLabelList"/>
    <dgm:cxn modelId="{9F47BE67-A38F-46DC-86F2-97D652D69143}" type="presParOf" srcId="{D0429258-DC4F-43D9-9C8B-45A281885177}" destId="{35093122-F5A4-428D-9216-E159EAA6A061}" srcOrd="0" destOrd="0" presId="urn:microsoft.com/office/officeart/2018/5/layout/IconCircleLabelList"/>
    <dgm:cxn modelId="{F1A5A541-8747-4834-8FF4-6D3F915FD318}" type="presParOf" srcId="{D0429258-DC4F-43D9-9C8B-45A281885177}" destId="{C972CF54-DDFB-4771-B97E-206DE803DA1A}" srcOrd="1" destOrd="0" presId="urn:microsoft.com/office/officeart/2018/5/layout/IconCircleLabelList"/>
    <dgm:cxn modelId="{A901E522-A571-4BD8-8F9A-2656DAD2ABDD}" type="presParOf" srcId="{D0429258-DC4F-43D9-9C8B-45A281885177}" destId="{5820A4FB-7FAF-49AD-A5EF-4D46ABE9FB68}" srcOrd="2" destOrd="0" presId="urn:microsoft.com/office/officeart/2018/5/layout/IconCircleLabelList"/>
    <dgm:cxn modelId="{443C3122-5269-42D4-8D72-9D3633EC103E}" type="presParOf" srcId="{D0429258-DC4F-43D9-9C8B-45A281885177}" destId="{80D0F4F6-5C9A-44FC-9F83-3050751111F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E5D238-4BDA-4379-B74C-5F87B440706D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54A008-2325-4C25-8CB1-096C45D9B542}">
      <dgm:prSet/>
      <dgm:spPr/>
      <dgm:t>
        <a:bodyPr/>
        <a:lstStyle/>
        <a:p>
          <a:pPr algn="ctr"/>
          <a:r>
            <a:rPr lang="en-US" dirty="0"/>
            <a:t>Brainstormed and agreed on the topics </a:t>
          </a:r>
        </a:p>
      </dgm:t>
    </dgm:pt>
    <dgm:pt modelId="{0BE07583-6E5E-43FC-AA84-002EE65344E6}" type="parTrans" cxnId="{D4E760AA-E176-44F3-ACBA-6350929565DF}">
      <dgm:prSet/>
      <dgm:spPr/>
      <dgm:t>
        <a:bodyPr/>
        <a:lstStyle/>
        <a:p>
          <a:endParaRPr lang="en-US"/>
        </a:p>
      </dgm:t>
    </dgm:pt>
    <dgm:pt modelId="{7D2945F5-F587-4827-B429-D2A70E86C56C}" type="sibTrans" cxnId="{D4E760AA-E176-44F3-ACBA-6350929565DF}">
      <dgm:prSet/>
      <dgm:spPr/>
      <dgm:t>
        <a:bodyPr/>
        <a:lstStyle/>
        <a:p>
          <a:endParaRPr lang="en-US"/>
        </a:p>
      </dgm:t>
    </dgm:pt>
    <dgm:pt modelId="{F0C0ACC4-B6E4-4F6B-A2D4-0A12A458FB94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pPr algn="ctr"/>
          <a:r>
            <a:rPr lang="en-US" dirty="0"/>
            <a:t>Created tasks that each of us are to complete</a:t>
          </a:r>
        </a:p>
      </dgm:t>
    </dgm:pt>
    <dgm:pt modelId="{54BD22FB-A989-4D90-9538-7E9247E5E800}" type="parTrans" cxnId="{B07B49C9-3E88-41F1-AFDF-477B851A25E9}">
      <dgm:prSet/>
      <dgm:spPr/>
      <dgm:t>
        <a:bodyPr/>
        <a:lstStyle/>
        <a:p>
          <a:endParaRPr lang="en-US"/>
        </a:p>
      </dgm:t>
    </dgm:pt>
    <dgm:pt modelId="{D156A4AB-988B-4A7E-A2F5-782A10E73642}" type="sibTrans" cxnId="{B07B49C9-3E88-41F1-AFDF-477B851A25E9}">
      <dgm:prSet/>
      <dgm:spPr/>
      <dgm:t>
        <a:bodyPr/>
        <a:lstStyle/>
        <a:p>
          <a:endParaRPr lang="en-US"/>
        </a:p>
      </dgm:t>
    </dgm:pt>
    <dgm:pt modelId="{CC4DFBED-AB88-4D31-AFF7-56FD4D3D0B3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pPr algn="ctr"/>
          <a:r>
            <a:rPr lang="en-US" dirty="0"/>
            <a:t>Met biweekly in person to work on the project and make adjustments as needed</a:t>
          </a:r>
        </a:p>
      </dgm:t>
    </dgm:pt>
    <dgm:pt modelId="{3F03A10C-4829-4ABC-A63B-F0D43CA0DC8F}" type="parTrans" cxnId="{DE20ECE3-50F9-4994-A2C2-6536DBA325F9}">
      <dgm:prSet/>
      <dgm:spPr/>
      <dgm:t>
        <a:bodyPr/>
        <a:lstStyle/>
        <a:p>
          <a:endParaRPr lang="en-US"/>
        </a:p>
      </dgm:t>
    </dgm:pt>
    <dgm:pt modelId="{2BA40AF5-66DA-478B-B9B3-73F1AF06EAAA}" type="sibTrans" cxnId="{DE20ECE3-50F9-4994-A2C2-6536DBA325F9}">
      <dgm:prSet/>
      <dgm:spPr/>
      <dgm:t>
        <a:bodyPr/>
        <a:lstStyle/>
        <a:p>
          <a:endParaRPr lang="en-US"/>
        </a:p>
      </dgm:t>
    </dgm:pt>
    <dgm:pt modelId="{396BFB0E-D96C-4CCA-B558-8EB0809265DC}" type="pres">
      <dgm:prSet presAssocID="{4AE5D238-4BDA-4379-B74C-5F87B440706D}" presName="outerComposite" presStyleCnt="0">
        <dgm:presLayoutVars>
          <dgm:chMax val="5"/>
          <dgm:dir/>
          <dgm:resizeHandles val="exact"/>
        </dgm:presLayoutVars>
      </dgm:prSet>
      <dgm:spPr/>
    </dgm:pt>
    <dgm:pt modelId="{5E451331-D994-4D7D-977B-3CA6A5C4E93B}" type="pres">
      <dgm:prSet presAssocID="{4AE5D238-4BDA-4379-B74C-5F87B440706D}" presName="dummyMaxCanvas" presStyleCnt="0">
        <dgm:presLayoutVars/>
      </dgm:prSet>
      <dgm:spPr/>
    </dgm:pt>
    <dgm:pt modelId="{F75AA2E5-E721-4E30-BEBE-339AD54F61E4}" type="pres">
      <dgm:prSet presAssocID="{4AE5D238-4BDA-4379-B74C-5F87B440706D}" presName="ThreeNodes_1" presStyleLbl="node1" presStyleIdx="0" presStyleCnt="3">
        <dgm:presLayoutVars>
          <dgm:bulletEnabled val="1"/>
        </dgm:presLayoutVars>
      </dgm:prSet>
      <dgm:spPr/>
    </dgm:pt>
    <dgm:pt modelId="{1FA0D66A-33B1-4F5F-B0DD-DEF71738FC0A}" type="pres">
      <dgm:prSet presAssocID="{4AE5D238-4BDA-4379-B74C-5F87B440706D}" presName="ThreeNodes_2" presStyleLbl="node1" presStyleIdx="1" presStyleCnt="3">
        <dgm:presLayoutVars>
          <dgm:bulletEnabled val="1"/>
        </dgm:presLayoutVars>
      </dgm:prSet>
      <dgm:spPr/>
    </dgm:pt>
    <dgm:pt modelId="{3C802929-626E-4932-88AA-9F89A587E24E}" type="pres">
      <dgm:prSet presAssocID="{4AE5D238-4BDA-4379-B74C-5F87B440706D}" presName="ThreeNodes_3" presStyleLbl="node1" presStyleIdx="2" presStyleCnt="3">
        <dgm:presLayoutVars>
          <dgm:bulletEnabled val="1"/>
        </dgm:presLayoutVars>
      </dgm:prSet>
      <dgm:spPr/>
    </dgm:pt>
    <dgm:pt modelId="{E2D862ED-9671-40A8-8F49-39C410C47E63}" type="pres">
      <dgm:prSet presAssocID="{4AE5D238-4BDA-4379-B74C-5F87B440706D}" presName="ThreeConn_1-2" presStyleLbl="fgAccFollowNode1" presStyleIdx="0" presStyleCnt="2">
        <dgm:presLayoutVars>
          <dgm:bulletEnabled val="1"/>
        </dgm:presLayoutVars>
      </dgm:prSet>
      <dgm:spPr/>
    </dgm:pt>
    <dgm:pt modelId="{57306ACE-930E-41E3-8AE2-4EBA52FFF053}" type="pres">
      <dgm:prSet presAssocID="{4AE5D238-4BDA-4379-B74C-5F87B440706D}" presName="ThreeConn_2-3" presStyleLbl="fgAccFollowNode1" presStyleIdx="1" presStyleCnt="2">
        <dgm:presLayoutVars>
          <dgm:bulletEnabled val="1"/>
        </dgm:presLayoutVars>
      </dgm:prSet>
      <dgm:spPr/>
    </dgm:pt>
    <dgm:pt modelId="{735A337E-8FA5-40FD-9E39-4CFA3E557209}" type="pres">
      <dgm:prSet presAssocID="{4AE5D238-4BDA-4379-B74C-5F87B440706D}" presName="ThreeNodes_1_text" presStyleLbl="node1" presStyleIdx="2" presStyleCnt="3">
        <dgm:presLayoutVars>
          <dgm:bulletEnabled val="1"/>
        </dgm:presLayoutVars>
      </dgm:prSet>
      <dgm:spPr/>
    </dgm:pt>
    <dgm:pt modelId="{CC5FEB0F-EC55-4855-94E5-C426AF6375B2}" type="pres">
      <dgm:prSet presAssocID="{4AE5D238-4BDA-4379-B74C-5F87B440706D}" presName="ThreeNodes_2_text" presStyleLbl="node1" presStyleIdx="2" presStyleCnt="3">
        <dgm:presLayoutVars>
          <dgm:bulletEnabled val="1"/>
        </dgm:presLayoutVars>
      </dgm:prSet>
      <dgm:spPr/>
    </dgm:pt>
    <dgm:pt modelId="{5ABF0943-3BA8-4D35-9457-E9052B536813}" type="pres">
      <dgm:prSet presAssocID="{4AE5D238-4BDA-4379-B74C-5F87B440706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241B43B-6B0A-4830-8460-596504B6F01D}" type="presOf" srcId="{F954A008-2325-4C25-8CB1-096C45D9B542}" destId="{735A337E-8FA5-40FD-9E39-4CFA3E557209}" srcOrd="1" destOrd="0" presId="urn:microsoft.com/office/officeart/2005/8/layout/vProcess5"/>
    <dgm:cxn modelId="{8FF1425E-5BB9-49E1-87F7-AF51C741CA4A}" type="presOf" srcId="{D156A4AB-988B-4A7E-A2F5-782A10E73642}" destId="{57306ACE-930E-41E3-8AE2-4EBA52FFF053}" srcOrd="0" destOrd="0" presId="urn:microsoft.com/office/officeart/2005/8/layout/vProcess5"/>
    <dgm:cxn modelId="{96D3E65F-A77A-431C-8967-7CA23573A1DE}" type="presOf" srcId="{4AE5D238-4BDA-4379-B74C-5F87B440706D}" destId="{396BFB0E-D96C-4CCA-B558-8EB0809265DC}" srcOrd="0" destOrd="0" presId="urn:microsoft.com/office/officeart/2005/8/layout/vProcess5"/>
    <dgm:cxn modelId="{4473584B-5A0D-457A-B888-D9BB76A2CC93}" type="presOf" srcId="{CC4DFBED-AB88-4D31-AFF7-56FD4D3D0B31}" destId="{5ABF0943-3BA8-4D35-9457-E9052B536813}" srcOrd="1" destOrd="0" presId="urn:microsoft.com/office/officeart/2005/8/layout/vProcess5"/>
    <dgm:cxn modelId="{00E47C79-8733-481E-B6D4-E2A15463242D}" type="presOf" srcId="{F954A008-2325-4C25-8CB1-096C45D9B542}" destId="{F75AA2E5-E721-4E30-BEBE-339AD54F61E4}" srcOrd="0" destOrd="0" presId="urn:microsoft.com/office/officeart/2005/8/layout/vProcess5"/>
    <dgm:cxn modelId="{CCEAC685-7E2D-47A4-AA40-C2F9FA406D73}" type="presOf" srcId="{7D2945F5-F587-4827-B429-D2A70E86C56C}" destId="{E2D862ED-9671-40A8-8F49-39C410C47E63}" srcOrd="0" destOrd="0" presId="urn:microsoft.com/office/officeart/2005/8/layout/vProcess5"/>
    <dgm:cxn modelId="{2A9B3988-3D8E-45B0-9834-F05734B36BDD}" type="presOf" srcId="{CC4DFBED-AB88-4D31-AFF7-56FD4D3D0B31}" destId="{3C802929-626E-4932-88AA-9F89A587E24E}" srcOrd="0" destOrd="0" presId="urn:microsoft.com/office/officeart/2005/8/layout/vProcess5"/>
    <dgm:cxn modelId="{925B898F-B028-4012-A8C3-D6C5B29BD875}" type="presOf" srcId="{F0C0ACC4-B6E4-4F6B-A2D4-0A12A458FB94}" destId="{CC5FEB0F-EC55-4855-94E5-C426AF6375B2}" srcOrd="1" destOrd="0" presId="urn:microsoft.com/office/officeart/2005/8/layout/vProcess5"/>
    <dgm:cxn modelId="{D4E760AA-E176-44F3-ACBA-6350929565DF}" srcId="{4AE5D238-4BDA-4379-B74C-5F87B440706D}" destId="{F954A008-2325-4C25-8CB1-096C45D9B542}" srcOrd="0" destOrd="0" parTransId="{0BE07583-6E5E-43FC-AA84-002EE65344E6}" sibTransId="{7D2945F5-F587-4827-B429-D2A70E86C56C}"/>
    <dgm:cxn modelId="{B07B49C9-3E88-41F1-AFDF-477B851A25E9}" srcId="{4AE5D238-4BDA-4379-B74C-5F87B440706D}" destId="{F0C0ACC4-B6E4-4F6B-A2D4-0A12A458FB94}" srcOrd="1" destOrd="0" parTransId="{54BD22FB-A989-4D90-9538-7E9247E5E800}" sibTransId="{D156A4AB-988B-4A7E-A2F5-782A10E73642}"/>
    <dgm:cxn modelId="{DE20ECE3-50F9-4994-A2C2-6536DBA325F9}" srcId="{4AE5D238-4BDA-4379-B74C-5F87B440706D}" destId="{CC4DFBED-AB88-4D31-AFF7-56FD4D3D0B31}" srcOrd="2" destOrd="0" parTransId="{3F03A10C-4829-4ABC-A63B-F0D43CA0DC8F}" sibTransId="{2BA40AF5-66DA-478B-B9B3-73F1AF06EAAA}"/>
    <dgm:cxn modelId="{C34D57E9-8660-4B17-BE11-C9BDF61B80A7}" type="presOf" srcId="{F0C0ACC4-B6E4-4F6B-A2D4-0A12A458FB94}" destId="{1FA0D66A-33B1-4F5F-B0DD-DEF71738FC0A}" srcOrd="0" destOrd="0" presId="urn:microsoft.com/office/officeart/2005/8/layout/vProcess5"/>
    <dgm:cxn modelId="{79208ACE-C1C5-418D-8E56-211673B16F2E}" type="presParOf" srcId="{396BFB0E-D96C-4CCA-B558-8EB0809265DC}" destId="{5E451331-D994-4D7D-977B-3CA6A5C4E93B}" srcOrd="0" destOrd="0" presId="urn:microsoft.com/office/officeart/2005/8/layout/vProcess5"/>
    <dgm:cxn modelId="{96D115E3-3E0E-4025-B3B8-E7CB285CA777}" type="presParOf" srcId="{396BFB0E-D96C-4CCA-B558-8EB0809265DC}" destId="{F75AA2E5-E721-4E30-BEBE-339AD54F61E4}" srcOrd="1" destOrd="0" presId="urn:microsoft.com/office/officeart/2005/8/layout/vProcess5"/>
    <dgm:cxn modelId="{7DCB858D-A0E7-4CF4-9222-393C275F19CD}" type="presParOf" srcId="{396BFB0E-D96C-4CCA-B558-8EB0809265DC}" destId="{1FA0D66A-33B1-4F5F-B0DD-DEF71738FC0A}" srcOrd="2" destOrd="0" presId="urn:microsoft.com/office/officeart/2005/8/layout/vProcess5"/>
    <dgm:cxn modelId="{9840D14D-187B-4E92-8468-06D9FF418CD6}" type="presParOf" srcId="{396BFB0E-D96C-4CCA-B558-8EB0809265DC}" destId="{3C802929-626E-4932-88AA-9F89A587E24E}" srcOrd="3" destOrd="0" presId="urn:microsoft.com/office/officeart/2005/8/layout/vProcess5"/>
    <dgm:cxn modelId="{D4C852F5-3261-411E-9C03-7E109E894980}" type="presParOf" srcId="{396BFB0E-D96C-4CCA-B558-8EB0809265DC}" destId="{E2D862ED-9671-40A8-8F49-39C410C47E63}" srcOrd="4" destOrd="0" presId="urn:microsoft.com/office/officeart/2005/8/layout/vProcess5"/>
    <dgm:cxn modelId="{BC1E9705-03A3-4F06-8AD6-462C31A09F16}" type="presParOf" srcId="{396BFB0E-D96C-4CCA-B558-8EB0809265DC}" destId="{57306ACE-930E-41E3-8AE2-4EBA52FFF053}" srcOrd="5" destOrd="0" presId="urn:microsoft.com/office/officeart/2005/8/layout/vProcess5"/>
    <dgm:cxn modelId="{3452F355-DDEF-43B2-8517-7A8E4B6F68C5}" type="presParOf" srcId="{396BFB0E-D96C-4CCA-B558-8EB0809265DC}" destId="{735A337E-8FA5-40FD-9E39-4CFA3E557209}" srcOrd="6" destOrd="0" presId="urn:microsoft.com/office/officeart/2005/8/layout/vProcess5"/>
    <dgm:cxn modelId="{BA785694-1F20-455D-8AF4-2570251EDD48}" type="presParOf" srcId="{396BFB0E-D96C-4CCA-B558-8EB0809265DC}" destId="{CC5FEB0F-EC55-4855-94E5-C426AF6375B2}" srcOrd="7" destOrd="0" presId="urn:microsoft.com/office/officeart/2005/8/layout/vProcess5"/>
    <dgm:cxn modelId="{4A33CFAB-E60A-4046-A8F3-A5F8E49082DC}" type="presParOf" srcId="{396BFB0E-D96C-4CCA-B558-8EB0809265DC}" destId="{5ABF0943-3BA8-4D35-9457-E9052B53681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66C88A-6936-4676-8EEE-829CF5070FF7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F248CA1-1CF9-40FB-913E-82EB4EDA25C8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How the Project Was Put Together</a:t>
          </a:r>
        </a:p>
      </dgm:t>
    </dgm:pt>
    <dgm:pt modelId="{FFF49DD0-AA25-41AF-9F77-D43B32794A9D}" type="parTrans" cxnId="{B8E45E55-6DDD-4309-BBFA-0675B81DB621}">
      <dgm:prSet/>
      <dgm:spPr/>
      <dgm:t>
        <a:bodyPr/>
        <a:lstStyle/>
        <a:p>
          <a:endParaRPr lang="en-US"/>
        </a:p>
      </dgm:t>
    </dgm:pt>
    <dgm:pt modelId="{2AB55D34-1513-45A6-985A-61357070B508}" type="sibTrans" cxnId="{B8E45E55-6DDD-4309-BBFA-0675B81DB621}">
      <dgm:prSet/>
      <dgm:spPr/>
      <dgm:t>
        <a:bodyPr/>
        <a:lstStyle/>
        <a:p>
          <a:endParaRPr lang="en-US"/>
        </a:p>
      </dgm:t>
    </dgm:pt>
    <dgm:pt modelId="{6437E8AA-9DE1-4979-9EF7-E42F3496BE5A}">
      <dgm:prSet/>
      <dgm:spPr/>
      <dgm:t>
        <a:bodyPr/>
        <a:lstStyle/>
        <a:p>
          <a:r>
            <a:rPr lang="en-US" dirty="0"/>
            <a:t>Visual Studio, C# Programming Language</a:t>
          </a:r>
        </a:p>
      </dgm:t>
    </dgm:pt>
    <dgm:pt modelId="{4D153FAA-0D53-4A37-A23A-253A70635377}" type="parTrans" cxnId="{D6F1B576-FD70-4E38-A484-B748C6671CC7}">
      <dgm:prSet/>
      <dgm:spPr/>
      <dgm:t>
        <a:bodyPr/>
        <a:lstStyle/>
        <a:p>
          <a:endParaRPr lang="en-US"/>
        </a:p>
      </dgm:t>
    </dgm:pt>
    <dgm:pt modelId="{ECC63AE6-5A1C-4F48-9107-B227128B3DAE}" type="sibTrans" cxnId="{D6F1B576-FD70-4E38-A484-B748C6671CC7}">
      <dgm:prSet/>
      <dgm:spPr/>
      <dgm:t>
        <a:bodyPr/>
        <a:lstStyle/>
        <a:p>
          <a:endParaRPr lang="en-US"/>
        </a:p>
      </dgm:t>
    </dgm:pt>
    <dgm:pt modelId="{1748245C-DFEA-4E18-B65C-A306925B5D4D}">
      <dgm:prSet/>
      <dgm:spPr/>
      <dgm:t>
        <a:bodyPr/>
        <a:lstStyle/>
        <a:p>
          <a:r>
            <a:rPr lang="en-US" dirty="0"/>
            <a:t>Menu driven console application to give users financial guidance in four different areas:</a:t>
          </a:r>
        </a:p>
      </dgm:t>
    </dgm:pt>
    <dgm:pt modelId="{D8932975-40EF-409E-85B4-64BD148590D2}" type="parTrans" cxnId="{1687F2E0-7C3D-42F8-AE63-66001EDFB440}">
      <dgm:prSet/>
      <dgm:spPr/>
      <dgm:t>
        <a:bodyPr/>
        <a:lstStyle/>
        <a:p>
          <a:endParaRPr lang="en-US"/>
        </a:p>
      </dgm:t>
    </dgm:pt>
    <dgm:pt modelId="{E7D62D51-524C-464F-B8C1-6576F95806C4}" type="sibTrans" cxnId="{1687F2E0-7C3D-42F8-AE63-66001EDFB440}">
      <dgm:prSet/>
      <dgm:spPr/>
      <dgm:t>
        <a:bodyPr/>
        <a:lstStyle/>
        <a:p>
          <a:endParaRPr lang="en-US"/>
        </a:p>
      </dgm:t>
    </dgm:pt>
    <dgm:pt modelId="{A7BAF715-4882-4D89-B3CB-A8507154EFCA}">
      <dgm:prSet/>
      <dgm:spPr/>
      <dgm:t>
        <a:bodyPr/>
        <a:lstStyle/>
        <a:p>
          <a:r>
            <a:rPr lang="en-US" dirty="0"/>
            <a:t>Financial Tips</a:t>
          </a:r>
        </a:p>
      </dgm:t>
    </dgm:pt>
    <dgm:pt modelId="{C72E348C-93D3-4109-9DF5-A5CDE3D00ED4}" type="parTrans" cxnId="{A86093AD-898F-4609-8401-E0A3CCBE8518}">
      <dgm:prSet/>
      <dgm:spPr/>
      <dgm:t>
        <a:bodyPr/>
        <a:lstStyle/>
        <a:p>
          <a:endParaRPr lang="en-US"/>
        </a:p>
      </dgm:t>
    </dgm:pt>
    <dgm:pt modelId="{F697DE5F-A2CE-458A-9BE0-C7C5BF1046C5}" type="sibTrans" cxnId="{A86093AD-898F-4609-8401-E0A3CCBE8518}">
      <dgm:prSet/>
      <dgm:spPr/>
      <dgm:t>
        <a:bodyPr/>
        <a:lstStyle/>
        <a:p>
          <a:endParaRPr lang="en-US"/>
        </a:p>
      </dgm:t>
    </dgm:pt>
    <dgm:pt modelId="{92460D2D-BD61-4138-9FB9-6A1DC0C55324}">
      <dgm:prSet/>
      <dgm:spPr/>
      <dgm:t>
        <a:bodyPr/>
        <a:lstStyle/>
        <a:p>
          <a:r>
            <a:rPr lang="en-US" dirty="0"/>
            <a:t>Credit Score Improvement</a:t>
          </a:r>
        </a:p>
      </dgm:t>
    </dgm:pt>
    <dgm:pt modelId="{ACF5BF92-0A56-4D92-B161-B5085330FC62}" type="parTrans" cxnId="{BA57D33E-667B-4BC9-86EA-587001087917}">
      <dgm:prSet/>
      <dgm:spPr/>
      <dgm:t>
        <a:bodyPr/>
        <a:lstStyle/>
        <a:p>
          <a:endParaRPr lang="en-US"/>
        </a:p>
      </dgm:t>
    </dgm:pt>
    <dgm:pt modelId="{6173B4C2-C651-4493-B814-36AFCE04798D}" type="sibTrans" cxnId="{BA57D33E-667B-4BC9-86EA-587001087917}">
      <dgm:prSet/>
      <dgm:spPr/>
      <dgm:t>
        <a:bodyPr/>
        <a:lstStyle/>
        <a:p>
          <a:endParaRPr lang="en-US"/>
        </a:p>
      </dgm:t>
    </dgm:pt>
    <dgm:pt modelId="{199257E7-D828-4F7F-8038-DDE81222D136}">
      <dgm:prSet/>
      <dgm:spPr/>
      <dgm:t>
        <a:bodyPr/>
        <a:lstStyle/>
        <a:p>
          <a:r>
            <a:rPr lang="en-US" dirty="0"/>
            <a:t>Using a main menu loop that continuously displays options to the user until they choose to exit. Each option uses conditional statements (if/else if) and switch cases to handle user input.</a:t>
          </a:r>
        </a:p>
      </dgm:t>
    </dgm:pt>
    <dgm:pt modelId="{ED25307C-25E1-4BA4-B868-8769AEDCF065}" type="parTrans" cxnId="{BA68AABC-4356-4850-8FC1-A5E0997CC851}">
      <dgm:prSet/>
      <dgm:spPr/>
      <dgm:t>
        <a:bodyPr/>
        <a:lstStyle/>
        <a:p>
          <a:endParaRPr lang="en-US"/>
        </a:p>
      </dgm:t>
    </dgm:pt>
    <dgm:pt modelId="{15080F40-D044-4D6F-952A-0209FE20FB8C}" type="sibTrans" cxnId="{BA68AABC-4356-4850-8FC1-A5E0997CC851}">
      <dgm:prSet/>
      <dgm:spPr/>
      <dgm:t>
        <a:bodyPr/>
        <a:lstStyle/>
        <a:p>
          <a:endParaRPr lang="en-US"/>
        </a:p>
      </dgm:t>
    </dgm:pt>
    <dgm:pt modelId="{7F1EC311-D844-490B-8154-71B0E41B44BE}">
      <dgm:prSet/>
      <dgm:spPr/>
      <dgm:t>
        <a:bodyPr/>
        <a:lstStyle/>
        <a:p>
          <a:r>
            <a:rPr lang="en-US" dirty="0"/>
            <a:t>Also uses separate variables to store income, housing costs, necessities, and budget percentages. Calculations are performed, then results are printed in an easy to read summary.</a:t>
          </a:r>
        </a:p>
      </dgm:t>
    </dgm:pt>
    <dgm:pt modelId="{32A03206-7273-44A6-9D34-7A0102A62E36}" type="parTrans" cxnId="{462713F7-2AC8-4A7F-B94F-6E3A6C67BA29}">
      <dgm:prSet/>
      <dgm:spPr/>
      <dgm:t>
        <a:bodyPr/>
        <a:lstStyle/>
        <a:p>
          <a:endParaRPr lang="en-US"/>
        </a:p>
      </dgm:t>
    </dgm:pt>
    <dgm:pt modelId="{A4C7B053-89B1-4050-AE6F-90BFCBE36CD9}" type="sibTrans" cxnId="{462713F7-2AC8-4A7F-B94F-6E3A6C67BA29}">
      <dgm:prSet/>
      <dgm:spPr/>
      <dgm:t>
        <a:bodyPr/>
        <a:lstStyle/>
        <a:p>
          <a:endParaRPr lang="en-US"/>
        </a:p>
      </dgm:t>
    </dgm:pt>
    <dgm:pt modelId="{C239D6E1-C684-4F86-801D-60556A0D825D}">
      <dgm:prSet/>
      <dgm:spPr/>
      <dgm:t>
        <a:bodyPr/>
        <a:lstStyle/>
        <a:p>
          <a:r>
            <a:rPr lang="en-US" dirty="0"/>
            <a:t>Future Home Buying</a:t>
          </a:r>
        </a:p>
      </dgm:t>
    </dgm:pt>
    <dgm:pt modelId="{C840DC46-8822-40E0-9781-E919EF4A0DBB}" type="parTrans" cxnId="{E25A6B9B-BA91-4CA7-975D-DC832EF6F851}">
      <dgm:prSet/>
      <dgm:spPr/>
      <dgm:t>
        <a:bodyPr/>
        <a:lstStyle/>
        <a:p>
          <a:endParaRPr lang="en-US"/>
        </a:p>
      </dgm:t>
    </dgm:pt>
    <dgm:pt modelId="{E37A757A-C89A-469E-8B94-D2112A4188E1}" type="sibTrans" cxnId="{E25A6B9B-BA91-4CA7-975D-DC832EF6F851}">
      <dgm:prSet/>
      <dgm:spPr/>
      <dgm:t>
        <a:bodyPr/>
        <a:lstStyle/>
        <a:p>
          <a:endParaRPr lang="en-US"/>
        </a:p>
      </dgm:t>
    </dgm:pt>
    <dgm:pt modelId="{4BF1B952-1674-4BEF-8CF5-0CECDD13C3E5}">
      <dgm:prSet/>
      <dgm:spPr/>
      <dgm:t>
        <a:bodyPr/>
        <a:lstStyle/>
        <a:p>
          <a:r>
            <a:rPr lang="en-US" dirty="0"/>
            <a:t>A Budget Calculator</a:t>
          </a:r>
        </a:p>
      </dgm:t>
    </dgm:pt>
    <dgm:pt modelId="{D8E9758A-4038-47FA-8A18-03F9B8B2A771}" type="parTrans" cxnId="{5B14EA4E-7AEC-4408-8B7A-B99718DCBC0C}">
      <dgm:prSet/>
      <dgm:spPr/>
      <dgm:t>
        <a:bodyPr/>
        <a:lstStyle/>
        <a:p>
          <a:endParaRPr lang="en-US"/>
        </a:p>
      </dgm:t>
    </dgm:pt>
    <dgm:pt modelId="{478F9F69-D2D1-43F5-B2F2-843033831F53}" type="sibTrans" cxnId="{5B14EA4E-7AEC-4408-8B7A-B99718DCBC0C}">
      <dgm:prSet/>
      <dgm:spPr/>
      <dgm:t>
        <a:bodyPr/>
        <a:lstStyle/>
        <a:p>
          <a:endParaRPr lang="en-US"/>
        </a:p>
      </dgm:t>
    </dgm:pt>
    <dgm:pt modelId="{3EC28D77-533C-4FC6-8359-1581DFF7608B}" type="pres">
      <dgm:prSet presAssocID="{8866C88A-6936-4676-8EEE-829CF5070FF7}" presName="linear" presStyleCnt="0">
        <dgm:presLayoutVars>
          <dgm:animLvl val="lvl"/>
          <dgm:resizeHandles val="exact"/>
        </dgm:presLayoutVars>
      </dgm:prSet>
      <dgm:spPr/>
    </dgm:pt>
    <dgm:pt modelId="{D7269D39-14F3-4CC5-B584-E060A95C1419}" type="pres">
      <dgm:prSet presAssocID="{5F248CA1-1CF9-40FB-913E-82EB4EDA25C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5220FB0-438A-4EA5-9215-7ACDDB4EB3A6}" type="pres">
      <dgm:prSet presAssocID="{5F248CA1-1CF9-40FB-913E-82EB4EDA25C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A7BF41A-33BB-4DD7-8F13-C95A0046E0E0}" type="presOf" srcId="{A7BAF715-4882-4D89-B3CB-A8507154EFCA}" destId="{85220FB0-438A-4EA5-9215-7ACDDB4EB3A6}" srcOrd="0" destOrd="2" presId="urn:microsoft.com/office/officeart/2005/8/layout/vList2"/>
    <dgm:cxn modelId="{914AB82D-90B1-4E7D-9858-E73961F3B635}" type="presOf" srcId="{92460D2D-BD61-4138-9FB9-6A1DC0C55324}" destId="{85220FB0-438A-4EA5-9215-7ACDDB4EB3A6}" srcOrd="0" destOrd="3" presId="urn:microsoft.com/office/officeart/2005/8/layout/vList2"/>
    <dgm:cxn modelId="{B041523E-F44E-4D4B-91E4-1913DE7522EF}" type="presOf" srcId="{5F248CA1-1CF9-40FB-913E-82EB4EDA25C8}" destId="{D7269D39-14F3-4CC5-B584-E060A95C1419}" srcOrd="0" destOrd="0" presId="urn:microsoft.com/office/officeart/2005/8/layout/vList2"/>
    <dgm:cxn modelId="{BA57D33E-667B-4BC9-86EA-587001087917}" srcId="{1748245C-DFEA-4E18-B65C-A306925B5D4D}" destId="{92460D2D-BD61-4138-9FB9-6A1DC0C55324}" srcOrd="1" destOrd="0" parTransId="{ACF5BF92-0A56-4D92-B161-B5085330FC62}" sibTransId="{6173B4C2-C651-4493-B814-36AFCE04798D}"/>
    <dgm:cxn modelId="{D2B6664E-37E3-4A42-9D17-3A60440E5DC7}" type="presOf" srcId="{4BF1B952-1674-4BEF-8CF5-0CECDD13C3E5}" destId="{85220FB0-438A-4EA5-9215-7ACDDB4EB3A6}" srcOrd="0" destOrd="5" presId="urn:microsoft.com/office/officeart/2005/8/layout/vList2"/>
    <dgm:cxn modelId="{5B14EA4E-7AEC-4408-8B7A-B99718DCBC0C}" srcId="{1748245C-DFEA-4E18-B65C-A306925B5D4D}" destId="{4BF1B952-1674-4BEF-8CF5-0CECDD13C3E5}" srcOrd="3" destOrd="0" parTransId="{D8E9758A-4038-47FA-8A18-03F9B8B2A771}" sibTransId="{478F9F69-D2D1-43F5-B2F2-843033831F53}"/>
    <dgm:cxn modelId="{B8E45E55-6DDD-4309-BBFA-0675B81DB621}" srcId="{8866C88A-6936-4676-8EEE-829CF5070FF7}" destId="{5F248CA1-1CF9-40FB-913E-82EB4EDA25C8}" srcOrd="0" destOrd="0" parTransId="{FFF49DD0-AA25-41AF-9F77-D43B32794A9D}" sibTransId="{2AB55D34-1513-45A6-985A-61357070B508}"/>
    <dgm:cxn modelId="{D6F1B576-FD70-4E38-A484-B748C6671CC7}" srcId="{5F248CA1-1CF9-40FB-913E-82EB4EDA25C8}" destId="{6437E8AA-9DE1-4979-9EF7-E42F3496BE5A}" srcOrd="0" destOrd="0" parTransId="{4D153FAA-0D53-4A37-A23A-253A70635377}" sibTransId="{ECC63AE6-5A1C-4F48-9107-B227128B3DAE}"/>
    <dgm:cxn modelId="{67E5F657-80E4-45D2-8D3A-9060B673C1E2}" type="presOf" srcId="{199257E7-D828-4F7F-8038-DDE81222D136}" destId="{85220FB0-438A-4EA5-9215-7ACDDB4EB3A6}" srcOrd="0" destOrd="6" presId="urn:microsoft.com/office/officeart/2005/8/layout/vList2"/>
    <dgm:cxn modelId="{27E9E086-EFE5-476E-8A60-BA3799BAEC13}" type="presOf" srcId="{7F1EC311-D844-490B-8154-71B0E41B44BE}" destId="{85220FB0-438A-4EA5-9215-7ACDDB4EB3A6}" srcOrd="0" destOrd="7" presId="urn:microsoft.com/office/officeart/2005/8/layout/vList2"/>
    <dgm:cxn modelId="{DC3F118C-AD03-4078-B477-4342A05C6BFD}" type="presOf" srcId="{8866C88A-6936-4676-8EEE-829CF5070FF7}" destId="{3EC28D77-533C-4FC6-8359-1581DFF7608B}" srcOrd="0" destOrd="0" presId="urn:microsoft.com/office/officeart/2005/8/layout/vList2"/>
    <dgm:cxn modelId="{B3DABA8E-7528-4865-9A94-49EDF51D097A}" type="presOf" srcId="{6437E8AA-9DE1-4979-9EF7-E42F3496BE5A}" destId="{85220FB0-438A-4EA5-9215-7ACDDB4EB3A6}" srcOrd="0" destOrd="0" presId="urn:microsoft.com/office/officeart/2005/8/layout/vList2"/>
    <dgm:cxn modelId="{E25A6B9B-BA91-4CA7-975D-DC832EF6F851}" srcId="{1748245C-DFEA-4E18-B65C-A306925B5D4D}" destId="{C239D6E1-C684-4F86-801D-60556A0D825D}" srcOrd="2" destOrd="0" parTransId="{C840DC46-8822-40E0-9781-E919EF4A0DBB}" sibTransId="{E37A757A-C89A-469E-8B94-D2112A4188E1}"/>
    <dgm:cxn modelId="{1B4CDD9E-AD6F-41E1-B35A-577DA16C8B78}" type="presOf" srcId="{1748245C-DFEA-4E18-B65C-A306925B5D4D}" destId="{85220FB0-438A-4EA5-9215-7ACDDB4EB3A6}" srcOrd="0" destOrd="1" presId="urn:microsoft.com/office/officeart/2005/8/layout/vList2"/>
    <dgm:cxn modelId="{A86093AD-898F-4609-8401-E0A3CCBE8518}" srcId="{1748245C-DFEA-4E18-B65C-A306925B5D4D}" destId="{A7BAF715-4882-4D89-B3CB-A8507154EFCA}" srcOrd="0" destOrd="0" parTransId="{C72E348C-93D3-4109-9DF5-A5CDE3D00ED4}" sibTransId="{F697DE5F-A2CE-458A-9BE0-C7C5BF1046C5}"/>
    <dgm:cxn modelId="{BA68AABC-4356-4850-8FC1-A5E0997CC851}" srcId="{5F248CA1-1CF9-40FB-913E-82EB4EDA25C8}" destId="{199257E7-D828-4F7F-8038-DDE81222D136}" srcOrd="2" destOrd="0" parTransId="{ED25307C-25E1-4BA4-B868-8769AEDCF065}" sibTransId="{15080F40-D044-4D6F-952A-0209FE20FB8C}"/>
    <dgm:cxn modelId="{E3A069BE-2E63-402F-817D-8AAFA48F80CC}" type="presOf" srcId="{C239D6E1-C684-4F86-801D-60556A0D825D}" destId="{85220FB0-438A-4EA5-9215-7ACDDB4EB3A6}" srcOrd="0" destOrd="4" presId="urn:microsoft.com/office/officeart/2005/8/layout/vList2"/>
    <dgm:cxn modelId="{1687F2E0-7C3D-42F8-AE63-66001EDFB440}" srcId="{5F248CA1-1CF9-40FB-913E-82EB4EDA25C8}" destId="{1748245C-DFEA-4E18-B65C-A306925B5D4D}" srcOrd="1" destOrd="0" parTransId="{D8932975-40EF-409E-85B4-64BD148590D2}" sibTransId="{E7D62D51-524C-464F-B8C1-6576F95806C4}"/>
    <dgm:cxn modelId="{462713F7-2AC8-4A7F-B94F-6E3A6C67BA29}" srcId="{5F248CA1-1CF9-40FB-913E-82EB4EDA25C8}" destId="{7F1EC311-D844-490B-8154-71B0E41B44BE}" srcOrd="3" destOrd="0" parTransId="{32A03206-7273-44A6-9D34-7A0102A62E36}" sibTransId="{A4C7B053-89B1-4050-AE6F-90BFCBE36CD9}"/>
    <dgm:cxn modelId="{0D9C2D92-BB39-4F6F-8E34-4F9DE90D5ED4}" type="presParOf" srcId="{3EC28D77-533C-4FC6-8359-1581DFF7608B}" destId="{D7269D39-14F3-4CC5-B584-E060A95C1419}" srcOrd="0" destOrd="0" presId="urn:microsoft.com/office/officeart/2005/8/layout/vList2"/>
    <dgm:cxn modelId="{2A0C8A12-7E0B-4805-9422-A958BA2DEB26}" type="presParOf" srcId="{3EC28D77-533C-4FC6-8359-1581DFF7608B}" destId="{85220FB0-438A-4EA5-9215-7ACDDB4EB3A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48E850-1B5A-4399-90B2-258E91A7CB9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2B7E31-DDB9-49BF-B2E0-9229493B2FC4}">
      <dgm:prSet/>
      <dgm:spPr/>
      <dgm:t>
        <a:bodyPr/>
        <a:lstStyle/>
        <a:p>
          <a:r>
            <a:rPr lang="en-US"/>
            <a:t>Tested each menu option for correct outputs &amp; calculations.</a:t>
          </a:r>
        </a:p>
      </dgm:t>
    </dgm:pt>
    <dgm:pt modelId="{E50A5867-2172-4741-A602-5DE24695795F}" type="parTrans" cxnId="{1D15D257-A5E2-4E97-807C-CC730839CA01}">
      <dgm:prSet/>
      <dgm:spPr/>
      <dgm:t>
        <a:bodyPr/>
        <a:lstStyle/>
        <a:p>
          <a:endParaRPr lang="en-US"/>
        </a:p>
      </dgm:t>
    </dgm:pt>
    <dgm:pt modelId="{66368D46-DC38-4D2C-AA1C-A38E0B90507F}" type="sibTrans" cxnId="{1D15D257-A5E2-4E97-807C-CC730839CA01}">
      <dgm:prSet/>
      <dgm:spPr/>
      <dgm:t>
        <a:bodyPr/>
        <a:lstStyle/>
        <a:p>
          <a:endParaRPr lang="en-US"/>
        </a:p>
      </dgm:t>
    </dgm:pt>
    <dgm:pt modelId="{CA7859AB-91BB-43E7-9FEC-28AC1276D707}">
      <dgm:prSet/>
      <dgm:spPr/>
      <dgm:t>
        <a:bodyPr/>
        <a:lstStyle/>
        <a:p>
          <a:r>
            <a:rPr lang="en-US" dirty="0"/>
            <a:t>Verified beginner friendly financial tips, credit guidance, and home advice.</a:t>
          </a:r>
        </a:p>
      </dgm:t>
    </dgm:pt>
    <dgm:pt modelId="{2D397BFD-A790-4444-9934-D36C8BAB5098}" type="parTrans" cxnId="{13ED99CE-C975-4467-998F-5BC7DBC2B754}">
      <dgm:prSet/>
      <dgm:spPr/>
      <dgm:t>
        <a:bodyPr/>
        <a:lstStyle/>
        <a:p>
          <a:endParaRPr lang="en-US"/>
        </a:p>
      </dgm:t>
    </dgm:pt>
    <dgm:pt modelId="{5CDFC4B2-B4E4-433A-B85F-885DF1FF74A1}" type="sibTrans" cxnId="{13ED99CE-C975-4467-998F-5BC7DBC2B754}">
      <dgm:prSet/>
      <dgm:spPr/>
      <dgm:t>
        <a:bodyPr/>
        <a:lstStyle/>
        <a:p>
          <a:endParaRPr lang="en-US"/>
        </a:p>
      </dgm:t>
    </dgm:pt>
    <dgm:pt modelId="{31EF3C1A-3BDA-4907-A1B3-FC5C8CB6F7B5}">
      <dgm:prSet/>
      <dgm:spPr/>
      <dgm:t>
        <a:bodyPr/>
        <a:lstStyle/>
        <a:p>
          <a:r>
            <a:rPr lang="en-US"/>
            <a:t>Budget calculator tested with multiple income levels for accuracy.</a:t>
          </a:r>
        </a:p>
      </dgm:t>
    </dgm:pt>
    <dgm:pt modelId="{D6C8BADF-031F-4FDD-92D7-3E1C5E294FDC}" type="parTrans" cxnId="{BE8CE0E2-2C34-4B74-B1C0-4C0AD916B9A1}">
      <dgm:prSet/>
      <dgm:spPr/>
      <dgm:t>
        <a:bodyPr/>
        <a:lstStyle/>
        <a:p>
          <a:endParaRPr lang="en-US"/>
        </a:p>
      </dgm:t>
    </dgm:pt>
    <dgm:pt modelId="{F1C0F270-D07D-4D8E-9A21-FB4F6B48FA60}" type="sibTrans" cxnId="{BE8CE0E2-2C34-4B74-B1C0-4C0AD916B9A1}">
      <dgm:prSet/>
      <dgm:spPr/>
      <dgm:t>
        <a:bodyPr/>
        <a:lstStyle/>
        <a:p>
          <a:endParaRPr lang="en-US"/>
        </a:p>
      </dgm:t>
    </dgm:pt>
    <dgm:pt modelId="{2F0DDF18-6F99-4BEC-96E1-23B751BFB771}" type="pres">
      <dgm:prSet presAssocID="{2C48E850-1B5A-4399-90B2-258E91A7CB9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02C28F-1173-4192-BF21-209ECD98BDE7}" type="pres">
      <dgm:prSet presAssocID="{592B7E31-DDB9-49BF-B2E0-9229493B2FC4}" presName="hierRoot1" presStyleCnt="0"/>
      <dgm:spPr/>
    </dgm:pt>
    <dgm:pt modelId="{1EB7EE9F-5388-4215-9C43-F05507615B9B}" type="pres">
      <dgm:prSet presAssocID="{592B7E31-DDB9-49BF-B2E0-9229493B2FC4}" presName="composite" presStyleCnt="0"/>
      <dgm:spPr/>
    </dgm:pt>
    <dgm:pt modelId="{96DA2B14-85C4-480B-9B84-8937226F3A0E}" type="pres">
      <dgm:prSet presAssocID="{592B7E31-DDB9-49BF-B2E0-9229493B2FC4}" presName="background" presStyleLbl="node0" presStyleIdx="0" presStyleCnt="3"/>
      <dgm:spPr/>
    </dgm:pt>
    <dgm:pt modelId="{8492A265-4F7B-486C-8A1F-E968037EF3FD}" type="pres">
      <dgm:prSet presAssocID="{592B7E31-DDB9-49BF-B2E0-9229493B2FC4}" presName="text" presStyleLbl="fgAcc0" presStyleIdx="0" presStyleCnt="3">
        <dgm:presLayoutVars>
          <dgm:chPref val="3"/>
        </dgm:presLayoutVars>
      </dgm:prSet>
      <dgm:spPr/>
    </dgm:pt>
    <dgm:pt modelId="{AEC21B0E-BFBC-4D4B-8E9A-D5AF80FE325E}" type="pres">
      <dgm:prSet presAssocID="{592B7E31-DDB9-49BF-B2E0-9229493B2FC4}" presName="hierChild2" presStyleCnt="0"/>
      <dgm:spPr/>
    </dgm:pt>
    <dgm:pt modelId="{6BA93907-9734-4A6B-A94A-4A1B6A75D446}" type="pres">
      <dgm:prSet presAssocID="{CA7859AB-91BB-43E7-9FEC-28AC1276D707}" presName="hierRoot1" presStyleCnt="0"/>
      <dgm:spPr/>
    </dgm:pt>
    <dgm:pt modelId="{9EF6BD71-5DB7-407C-92D3-90D24AB1201B}" type="pres">
      <dgm:prSet presAssocID="{CA7859AB-91BB-43E7-9FEC-28AC1276D707}" presName="composite" presStyleCnt="0"/>
      <dgm:spPr/>
    </dgm:pt>
    <dgm:pt modelId="{8CAA6FB7-ABB2-494C-BF51-48B71C271C2D}" type="pres">
      <dgm:prSet presAssocID="{CA7859AB-91BB-43E7-9FEC-28AC1276D707}" presName="background" presStyleLbl="node0" presStyleIdx="1" presStyleCnt="3"/>
      <dgm:spPr/>
    </dgm:pt>
    <dgm:pt modelId="{70160074-0444-47A9-BBCF-9E27F8A33626}" type="pres">
      <dgm:prSet presAssocID="{CA7859AB-91BB-43E7-9FEC-28AC1276D707}" presName="text" presStyleLbl="fgAcc0" presStyleIdx="1" presStyleCnt="3">
        <dgm:presLayoutVars>
          <dgm:chPref val="3"/>
        </dgm:presLayoutVars>
      </dgm:prSet>
      <dgm:spPr/>
    </dgm:pt>
    <dgm:pt modelId="{255F2167-6A2E-436F-9567-565B291281AF}" type="pres">
      <dgm:prSet presAssocID="{CA7859AB-91BB-43E7-9FEC-28AC1276D707}" presName="hierChild2" presStyleCnt="0"/>
      <dgm:spPr/>
    </dgm:pt>
    <dgm:pt modelId="{0DD3BF93-44AA-4AB5-BB27-88B9B93CB9C3}" type="pres">
      <dgm:prSet presAssocID="{31EF3C1A-3BDA-4907-A1B3-FC5C8CB6F7B5}" presName="hierRoot1" presStyleCnt="0"/>
      <dgm:spPr/>
    </dgm:pt>
    <dgm:pt modelId="{8BCBD7C5-2A8D-492B-B7B8-1034038AD757}" type="pres">
      <dgm:prSet presAssocID="{31EF3C1A-3BDA-4907-A1B3-FC5C8CB6F7B5}" presName="composite" presStyleCnt="0"/>
      <dgm:spPr/>
    </dgm:pt>
    <dgm:pt modelId="{5BF670E7-2AE7-40C3-9225-2811AE7EE279}" type="pres">
      <dgm:prSet presAssocID="{31EF3C1A-3BDA-4907-A1B3-FC5C8CB6F7B5}" presName="background" presStyleLbl="node0" presStyleIdx="2" presStyleCnt="3"/>
      <dgm:spPr/>
    </dgm:pt>
    <dgm:pt modelId="{2054ED78-9449-404B-9AE2-4BF16DBC88B1}" type="pres">
      <dgm:prSet presAssocID="{31EF3C1A-3BDA-4907-A1B3-FC5C8CB6F7B5}" presName="text" presStyleLbl="fgAcc0" presStyleIdx="2" presStyleCnt="3">
        <dgm:presLayoutVars>
          <dgm:chPref val="3"/>
        </dgm:presLayoutVars>
      </dgm:prSet>
      <dgm:spPr/>
    </dgm:pt>
    <dgm:pt modelId="{6D3977BC-631D-4F56-AB44-1D31039BD3DA}" type="pres">
      <dgm:prSet presAssocID="{31EF3C1A-3BDA-4907-A1B3-FC5C8CB6F7B5}" presName="hierChild2" presStyleCnt="0"/>
      <dgm:spPr/>
    </dgm:pt>
  </dgm:ptLst>
  <dgm:cxnLst>
    <dgm:cxn modelId="{3E0C102E-822E-40C4-AD14-6F6C50446ACF}" type="presOf" srcId="{31EF3C1A-3BDA-4907-A1B3-FC5C8CB6F7B5}" destId="{2054ED78-9449-404B-9AE2-4BF16DBC88B1}" srcOrd="0" destOrd="0" presId="urn:microsoft.com/office/officeart/2005/8/layout/hierarchy1"/>
    <dgm:cxn modelId="{1D15D257-A5E2-4E97-807C-CC730839CA01}" srcId="{2C48E850-1B5A-4399-90B2-258E91A7CB9A}" destId="{592B7E31-DDB9-49BF-B2E0-9229493B2FC4}" srcOrd="0" destOrd="0" parTransId="{E50A5867-2172-4741-A602-5DE24695795F}" sibTransId="{66368D46-DC38-4D2C-AA1C-A38E0B90507F}"/>
    <dgm:cxn modelId="{13ED99CE-C975-4467-998F-5BC7DBC2B754}" srcId="{2C48E850-1B5A-4399-90B2-258E91A7CB9A}" destId="{CA7859AB-91BB-43E7-9FEC-28AC1276D707}" srcOrd="1" destOrd="0" parTransId="{2D397BFD-A790-4444-9934-D36C8BAB5098}" sibTransId="{5CDFC4B2-B4E4-433A-B85F-885DF1FF74A1}"/>
    <dgm:cxn modelId="{BE8CE0E2-2C34-4B74-B1C0-4C0AD916B9A1}" srcId="{2C48E850-1B5A-4399-90B2-258E91A7CB9A}" destId="{31EF3C1A-3BDA-4907-A1B3-FC5C8CB6F7B5}" srcOrd="2" destOrd="0" parTransId="{D6C8BADF-031F-4FDD-92D7-3E1C5E294FDC}" sibTransId="{F1C0F270-D07D-4D8E-9A21-FB4F6B48FA60}"/>
    <dgm:cxn modelId="{8F8850E8-F77E-4F84-93AE-B6FAD1C8E7B9}" type="presOf" srcId="{CA7859AB-91BB-43E7-9FEC-28AC1276D707}" destId="{70160074-0444-47A9-BBCF-9E27F8A33626}" srcOrd="0" destOrd="0" presId="urn:microsoft.com/office/officeart/2005/8/layout/hierarchy1"/>
    <dgm:cxn modelId="{2F948AF3-873F-4805-A810-217725D576F0}" type="presOf" srcId="{2C48E850-1B5A-4399-90B2-258E91A7CB9A}" destId="{2F0DDF18-6F99-4BEC-96E1-23B751BFB771}" srcOrd="0" destOrd="0" presId="urn:microsoft.com/office/officeart/2005/8/layout/hierarchy1"/>
    <dgm:cxn modelId="{2E843DFF-F3E2-42A0-BAFC-4D01A93D6C5D}" type="presOf" srcId="{592B7E31-DDB9-49BF-B2E0-9229493B2FC4}" destId="{8492A265-4F7B-486C-8A1F-E968037EF3FD}" srcOrd="0" destOrd="0" presId="urn:microsoft.com/office/officeart/2005/8/layout/hierarchy1"/>
    <dgm:cxn modelId="{646030F7-1142-4369-BEAE-94EC20825612}" type="presParOf" srcId="{2F0DDF18-6F99-4BEC-96E1-23B751BFB771}" destId="{D102C28F-1173-4192-BF21-209ECD98BDE7}" srcOrd="0" destOrd="0" presId="urn:microsoft.com/office/officeart/2005/8/layout/hierarchy1"/>
    <dgm:cxn modelId="{31269670-DBD3-435C-8A96-94D31CC0B6DC}" type="presParOf" srcId="{D102C28F-1173-4192-BF21-209ECD98BDE7}" destId="{1EB7EE9F-5388-4215-9C43-F05507615B9B}" srcOrd="0" destOrd="0" presId="urn:microsoft.com/office/officeart/2005/8/layout/hierarchy1"/>
    <dgm:cxn modelId="{F3CE6F83-2938-423F-9B40-C9286D379EBA}" type="presParOf" srcId="{1EB7EE9F-5388-4215-9C43-F05507615B9B}" destId="{96DA2B14-85C4-480B-9B84-8937226F3A0E}" srcOrd="0" destOrd="0" presId="urn:microsoft.com/office/officeart/2005/8/layout/hierarchy1"/>
    <dgm:cxn modelId="{95CFA75B-1C93-4261-B0F4-2ACBF433820A}" type="presParOf" srcId="{1EB7EE9F-5388-4215-9C43-F05507615B9B}" destId="{8492A265-4F7B-486C-8A1F-E968037EF3FD}" srcOrd="1" destOrd="0" presId="urn:microsoft.com/office/officeart/2005/8/layout/hierarchy1"/>
    <dgm:cxn modelId="{C56FC72A-F567-4326-9183-2496C00FB0FB}" type="presParOf" srcId="{D102C28F-1173-4192-BF21-209ECD98BDE7}" destId="{AEC21B0E-BFBC-4D4B-8E9A-D5AF80FE325E}" srcOrd="1" destOrd="0" presId="urn:microsoft.com/office/officeart/2005/8/layout/hierarchy1"/>
    <dgm:cxn modelId="{0CB865F4-B0B2-45DC-9D82-7DDCD3AEF865}" type="presParOf" srcId="{2F0DDF18-6F99-4BEC-96E1-23B751BFB771}" destId="{6BA93907-9734-4A6B-A94A-4A1B6A75D446}" srcOrd="1" destOrd="0" presId="urn:microsoft.com/office/officeart/2005/8/layout/hierarchy1"/>
    <dgm:cxn modelId="{D177421D-2EB6-4BE9-886D-9C7904FFCA81}" type="presParOf" srcId="{6BA93907-9734-4A6B-A94A-4A1B6A75D446}" destId="{9EF6BD71-5DB7-407C-92D3-90D24AB1201B}" srcOrd="0" destOrd="0" presId="urn:microsoft.com/office/officeart/2005/8/layout/hierarchy1"/>
    <dgm:cxn modelId="{C649819E-D8F9-4EEF-BAD9-0445D2790785}" type="presParOf" srcId="{9EF6BD71-5DB7-407C-92D3-90D24AB1201B}" destId="{8CAA6FB7-ABB2-494C-BF51-48B71C271C2D}" srcOrd="0" destOrd="0" presId="urn:microsoft.com/office/officeart/2005/8/layout/hierarchy1"/>
    <dgm:cxn modelId="{8CE44550-12EF-4270-9673-428DAB7832EC}" type="presParOf" srcId="{9EF6BD71-5DB7-407C-92D3-90D24AB1201B}" destId="{70160074-0444-47A9-BBCF-9E27F8A33626}" srcOrd="1" destOrd="0" presId="urn:microsoft.com/office/officeart/2005/8/layout/hierarchy1"/>
    <dgm:cxn modelId="{9EE37E4D-5480-49B3-8C45-FFADC0F3048D}" type="presParOf" srcId="{6BA93907-9734-4A6B-A94A-4A1B6A75D446}" destId="{255F2167-6A2E-436F-9567-565B291281AF}" srcOrd="1" destOrd="0" presId="urn:microsoft.com/office/officeart/2005/8/layout/hierarchy1"/>
    <dgm:cxn modelId="{78C36B98-892E-4D81-BBBB-3C0863EF61FE}" type="presParOf" srcId="{2F0DDF18-6F99-4BEC-96E1-23B751BFB771}" destId="{0DD3BF93-44AA-4AB5-BB27-88B9B93CB9C3}" srcOrd="2" destOrd="0" presId="urn:microsoft.com/office/officeart/2005/8/layout/hierarchy1"/>
    <dgm:cxn modelId="{1B247947-D4D1-469C-A9A4-065E00FA39C8}" type="presParOf" srcId="{0DD3BF93-44AA-4AB5-BB27-88B9B93CB9C3}" destId="{8BCBD7C5-2A8D-492B-B7B8-1034038AD757}" srcOrd="0" destOrd="0" presId="urn:microsoft.com/office/officeart/2005/8/layout/hierarchy1"/>
    <dgm:cxn modelId="{D6E84C14-AA30-4444-9EFD-E5083AFA26B3}" type="presParOf" srcId="{8BCBD7C5-2A8D-492B-B7B8-1034038AD757}" destId="{5BF670E7-2AE7-40C3-9225-2811AE7EE279}" srcOrd="0" destOrd="0" presId="urn:microsoft.com/office/officeart/2005/8/layout/hierarchy1"/>
    <dgm:cxn modelId="{29A56A5F-9B69-4EFC-87EE-C09EF5E737D7}" type="presParOf" srcId="{8BCBD7C5-2A8D-492B-B7B8-1034038AD757}" destId="{2054ED78-9449-404B-9AE2-4BF16DBC88B1}" srcOrd="1" destOrd="0" presId="urn:microsoft.com/office/officeart/2005/8/layout/hierarchy1"/>
    <dgm:cxn modelId="{64C203A0-A48C-4201-9AB1-B5BF0EA98F1F}" type="presParOf" srcId="{0DD3BF93-44AA-4AB5-BB27-88B9B93CB9C3}" destId="{6D3977BC-631D-4F56-AB44-1D31039BD3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2405EE-272B-497C-AEC0-908118AE7BB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B0EBE9B-2211-4CEF-862B-7DE251B06788}">
      <dgm:prSet/>
      <dgm:spPr/>
      <dgm:t>
        <a:bodyPr/>
        <a:lstStyle/>
        <a:p>
          <a:endParaRPr lang="en-US"/>
        </a:p>
      </dgm:t>
    </dgm:pt>
    <dgm:pt modelId="{10E479DE-D132-4D45-8D28-C2AFCEBFB519}" type="parTrans" cxnId="{23C29160-D1DC-4731-81DD-D8ABB8FC6921}">
      <dgm:prSet/>
      <dgm:spPr/>
      <dgm:t>
        <a:bodyPr/>
        <a:lstStyle/>
        <a:p>
          <a:endParaRPr lang="en-US"/>
        </a:p>
      </dgm:t>
    </dgm:pt>
    <dgm:pt modelId="{233F6B9E-0C70-4BD2-BCD7-33AE5B7328D7}" type="sibTrans" cxnId="{23C29160-D1DC-4731-81DD-D8ABB8FC6921}">
      <dgm:prSet/>
      <dgm:spPr/>
      <dgm:t>
        <a:bodyPr/>
        <a:lstStyle/>
        <a:p>
          <a:endParaRPr lang="en-US"/>
        </a:p>
      </dgm:t>
    </dgm:pt>
    <dgm:pt modelId="{98DAFF3A-87B2-4CCF-9941-31786F6EC22D}">
      <dgm:prSet/>
      <dgm:spPr/>
      <dgm:t>
        <a:bodyPr/>
        <a:lstStyle/>
        <a:p>
          <a:endParaRPr lang="en-US"/>
        </a:p>
      </dgm:t>
    </dgm:pt>
    <dgm:pt modelId="{827583F7-79FD-484A-9F90-6C6B9FF47D0E}" type="parTrans" cxnId="{FE111F70-A32C-40BD-B4EB-8C62C4B689C6}">
      <dgm:prSet/>
      <dgm:spPr/>
      <dgm:t>
        <a:bodyPr/>
        <a:lstStyle/>
        <a:p>
          <a:endParaRPr lang="en-US"/>
        </a:p>
      </dgm:t>
    </dgm:pt>
    <dgm:pt modelId="{FDE8208B-EB75-40FE-9BF3-8CD7B09EC62A}" type="sibTrans" cxnId="{FE111F70-A32C-40BD-B4EB-8C62C4B689C6}">
      <dgm:prSet/>
      <dgm:spPr/>
      <dgm:t>
        <a:bodyPr/>
        <a:lstStyle/>
        <a:p>
          <a:endParaRPr lang="en-US"/>
        </a:p>
      </dgm:t>
    </dgm:pt>
    <dgm:pt modelId="{BCD4E8F1-E6EB-4AEF-9991-FF34DEE8EF7F}">
      <dgm:prSet/>
      <dgm:spPr/>
      <dgm:t>
        <a:bodyPr/>
        <a:lstStyle/>
        <a:p>
          <a:endParaRPr lang="en-US"/>
        </a:p>
      </dgm:t>
    </dgm:pt>
    <dgm:pt modelId="{AA04BBB2-0124-4EC3-87E3-C0B249284947}" type="parTrans" cxnId="{D9305382-1E90-4BA1-BCC5-1C30CA874845}">
      <dgm:prSet/>
      <dgm:spPr/>
      <dgm:t>
        <a:bodyPr/>
        <a:lstStyle/>
        <a:p>
          <a:endParaRPr lang="en-US"/>
        </a:p>
      </dgm:t>
    </dgm:pt>
    <dgm:pt modelId="{AD5D2E97-54D1-4B55-8F48-530CDD2519D8}" type="sibTrans" cxnId="{D9305382-1E90-4BA1-BCC5-1C30CA874845}">
      <dgm:prSet/>
      <dgm:spPr/>
      <dgm:t>
        <a:bodyPr/>
        <a:lstStyle/>
        <a:p>
          <a:endParaRPr lang="en-US"/>
        </a:p>
      </dgm:t>
    </dgm:pt>
    <dgm:pt modelId="{4DC858A7-F5BD-431C-9CD3-49EBCB2D409F}">
      <dgm:prSet/>
      <dgm:spPr/>
      <dgm:t>
        <a:bodyPr/>
        <a:lstStyle/>
        <a:p>
          <a:endParaRPr lang="en-US"/>
        </a:p>
      </dgm:t>
    </dgm:pt>
    <dgm:pt modelId="{45CD20DB-8D38-43FE-AC67-9044E20B3ABD}" type="sibTrans" cxnId="{3BEDA7E7-FBF8-48E8-9E1D-7286D613112F}">
      <dgm:prSet/>
      <dgm:spPr/>
      <dgm:t>
        <a:bodyPr/>
        <a:lstStyle/>
        <a:p>
          <a:endParaRPr lang="en-US"/>
        </a:p>
      </dgm:t>
    </dgm:pt>
    <dgm:pt modelId="{09671DE9-FD80-43A7-A68E-D11FD8D8119A}" type="parTrans" cxnId="{3BEDA7E7-FBF8-48E8-9E1D-7286D613112F}">
      <dgm:prSet/>
      <dgm:spPr/>
      <dgm:t>
        <a:bodyPr/>
        <a:lstStyle/>
        <a:p>
          <a:endParaRPr lang="en-US"/>
        </a:p>
      </dgm:t>
    </dgm:pt>
    <dgm:pt modelId="{48873C2E-0B79-4602-9E23-F9BD1C942B88}">
      <dgm:prSet/>
      <dgm:spPr/>
      <dgm:t>
        <a:bodyPr/>
        <a:lstStyle/>
        <a:p>
          <a:endParaRPr lang="en-US" dirty="0"/>
        </a:p>
      </dgm:t>
    </dgm:pt>
    <dgm:pt modelId="{58DB2922-3968-4E7A-A72C-D9801552AE8F}" type="sibTrans" cxnId="{8F041D00-CBC1-499F-8361-2A13CD51264F}">
      <dgm:prSet/>
      <dgm:spPr/>
      <dgm:t>
        <a:bodyPr/>
        <a:lstStyle/>
        <a:p>
          <a:endParaRPr lang="en-US"/>
        </a:p>
      </dgm:t>
    </dgm:pt>
    <dgm:pt modelId="{E12FA07D-42D9-41CD-AC7A-8E17E48CCE19}" type="parTrans" cxnId="{8F041D00-CBC1-499F-8361-2A13CD51264F}">
      <dgm:prSet/>
      <dgm:spPr/>
      <dgm:t>
        <a:bodyPr/>
        <a:lstStyle/>
        <a:p>
          <a:endParaRPr lang="en-US"/>
        </a:p>
      </dgm:t>
    </dgm:pt>
    <dgm:pt modelId="{AB9F0A72-EB31-470F-981F-B2A43B0D0C09}" type="pres">
      <dgm:prSet presAssocID="{1A2405EE-272B-497C-AEC0-908118AE7BB7}" presName="root" presStyleCnt="0">
        <dgm:presLayoutVars>
          <dgm:dir/>
          <dgm:resizeHandles val="exact"/>
        </dgm:presLayoutVars>
      </dgm:prSet>
      <dgm:spPr/>
    </dgm:pt>
    <dgm:pt modelId="{7B36E677-549F-4894-927B-C575A6B57AB0}" type="pres">
      <dgm:prSet presAssocID="{48873C2E-0B79-4602-9E23-F9BD1C942B88}" presName="compNode" presStyleCnt="0"/>
      <dgm:spPr/>
    </dgm:pt>
    <dgm:pt modelId="{4B92B71A-3010-4874-8475-47A475F92561}" type="pres">
      <dgm:prSet presAssocID="{48873C2E-0B79-4602-9E23-F9BD1C942B88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FF7F1DAB-D20E-4640-B97E-DB941A4201D2}" type="pres">
      <dgm:prSet presAssocID="{48873C2E-0B79-4602-9E23-F9BD1C942B88}" presName="spaceRect" presStyleCnt="0"/>
      <dgm:spPr/>
    </dgm:pt>
    <dgm:pt modelId="{B22C58AE-89FA-462A-B55C-B423A3A889FD}" type="pres">
      <dgm:prSet presAssocID="{48873C2E-0B79-4602-9E23-F9BD1C942B88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8F041D00-CBC1-499F-8361-2A13CD51264F}" srcId="{1A2405EE-272B-497C-AEC0-908118AE7BB7}" destId="{48873C2E-0B79-4602-9E23-F9BD1C942B88}" srcOrd="0" destOrd="0" parTransId="{E12FA07D-42D9-41CD-AC7A-8E17E48CCE19}" sibTransId="{58DB2922-3968-4E7A-A72C-D9801552AE8F}"/>
    <dgm:cxn modelId="{5CA9F603-79DD-460B-99C1-47E36DC42117}" type="presOf" srcId="{48873C2E-0B79-4602-9E23-F9BD1C942B88}" destId="{B22C58AE-89FA-462A-B55C-B423A3A889FD}" srcOrd="0" destOrd="0" presId="urn:microsoft.com/office/officeart/2018/2/layout/IconLabelList"/>
    <dgm:cxn modelId="{6331B60C-4B95-4AAA-BD83-F48B86A148A1}" type="presOf" srcId="{1A2405EE-272B-497C-AEC0-908118AE7BB7}" destId="{AB9F0A72-EB31-470F-981F-B2A43B0D0C09}" srcOrd="0" destOrd="0" presId="urn:microsoft.com/office/officeart/2018/2/layout/IconLabelList"/>
    <dgm:cxn modelId="{23C29160-D1DC-4731-81DD-D8ABB8FC6921}" srcId="{48873C2E-0B79-4602-9E23-F9BD1C942B88}" destId="{3B0EBE9B-2211-4CEF-862B-7DE251B06788}" srcOrd="1" destOrd="0" parTransId="{10E479DE-D132-4D45-8D28-C2AFCEBFB519}" sibTransId="{233F6B9E-0C70-4BD2-BCD7-33AE5B7328D7}"/>
    <dgm:cxn modelId="{FE111F70-A32C-40BD-B4EB-8C62C4B689C6}" srcId="{48873C2E-0B79-4602-9E23-F9BD1C942B88}" destId="{98DAFF3A-87B2-4CCF-9941-31786F6EC22D}" srcOrd="2" destOrd="0" parTransId="{827583F7-79FD-484A-9F90-6C6B9FF47D0E}" sibTransId="{FDE8208B-EB75-40FE-9BF3-8CD7B09EC62A}"/>
    <dgm:cxn modelId="{D9305382-1E90-4BA1-BCC5-1C30CA874845}" srcId="{48873C2E-0B79-4602-9E23-F9BD1C942B88}" destId="{BCD4E8F1-E6EB-4AEF-9991-FF34DEE8EF7F}" srcOrd="3" destOrd="0" parTransId="{AA04BBB2-0124-4EC3-87E3-C0B249284947}" sibTransId="{AD5D2E97-54D1-4B55-8F48-530CDD2519D8}"/>
    <dgm:cxn modelId="{3BEDA7E7-FBF8-48E8-9E1D-7286D613112F}" srcId="{48873C2E-0B79-4602-9E23-F9BD1C942B88}" destId="{4DC858A7-F5BD-431C-9CD3-49EBCB2D409F}" srcOrd="0" destOrd="0" parTransId="{09671DE9-FD80-43A7-A68E-D11FD8D8119A}" sibTransId="{45CD20DB-8D38-43FE-AC67-9044E20B3ABD}"/>
    <dgm:cxn modelId="{9F57B477-8C80-406E-9AB4-EB1231B68CF4}" type="presParOf" srcId="{AB9F0A72-EB31-470F-981F-B2A43B0D0C09}" destId="{7B36E677-549F-4894-927B-C575A6B57AB0}" srcOrd="0" destOrd="0" presId="urn:microsoft.com/office/officeart/2018/2/layout/IconLabelList"/>
    <dgm:cxn modelId="{9B07D19A-947B-4407-A60E-08227638CB44}" type="presParOf" srcId="{7B36E677-549F-4894-927B-C575A6B57AB0}" destId="{4B92B71A-3010-4874-8475-47A475F92561}" srcOrd="0" destOrd="0" presId="urn:microsoft.com/office/officeart/2018/2/layout/IconLabelList"/>
    <dgm:cxn modelId="{97827B51-5FB9-4282-A892-BD621896FCE5}" type="presParOf" srcId="{7B36E677-549F-4894-927B-C575A6B57AB0}" destId="{FF7F1DAB-D20E-4640-B97E-DB941A4201D2}" srcOrd="1" destOrd="0" presId="urn:microsoft.com/office/officeart/2018/2/layout/IconLabelList"/>
    <dgm:cxn modelId="{131700E8-C37C-44DA-8530-436AA017F12C}" type="presParOf" srcId="{7B36E677-549F-4894-927B-C575A6B57AB0}" destId="{B22C58AE-89FA-462A-B55C-B423A3A889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FF0372-0B03-47CA-A12E-F78DF5A0E1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6501751-4C6A-41F0-BECF-C728D7F6A4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Add more details and information that is beginner friendly </a:t>
          </a:r>
        </a:p>
      </dgm:t>
    </dgm:pt>
    <dgm:pt modelId="{562C594A-747C-4E32-AE86-612CFBE9CD35}" type="parTrans" cxnId="{2BC4D4B2-C3A8-4F37-98BA-E1F8816FAA87}">
      <dgm:prSet/>
      <dgm:spPr/>
      <dgm:t>
        <a:bodyPr/>
        <a:lstStyle/>
        <a:p>
          <a:endParaRPr lang="en-US"/>
        </a:p>
      </dgm:t>
    </dgm:pt>
    <dgm:pt modelId="{2809F34E-0170-40C5-B860-E7A844981FEB}" type="sibTrans" cxnId="{2BC4D4B2-C3A8-4F37-98BA-E1F8816FAA87}">
      <dgm:prSet/>
      <dgm:spPr/>
      <dgm:t>
        <a:bodyPr/>
        <a:lstStyle/>
        <a:p>
          <a:endParaRPr lang="en-US"/>
        </a:p>
      </dgm:t>
    </dgm:pt>
    <dgm:pt modelId="{166773C9-BA89-4436-B5A6-1A83087ABC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Add personalized savings recommendations</a:t>
          </a:r>
        </a:p>
      </dgm:t>
    </dgm:pt>
    <dgm:pt modelId="{106F0AE5-BB5A-42FD-A01C-BEAF556438AF}" type="parTrans" cxnId="{FFFB3787-F92B-4D96-8070-D6483E155524}">
      <dgm:prSet/>
      <dgm:spPr/>
      <dgm:t>
        <a:bodyPr/>
        <a:lstStyle/>
        <a:p>
          <a:endParaRPr lang="en-US"/>
        </a:p>
      </dgm:t>
    </dgm:pt>
    <dgm:pt modelId="{A43498CB-0E76-47E7-BF84-126E5222BEF6}" type="sibTrans" cxnId="{FFFB3787-F92B-4D96-8070-D6483E155524}">
      <dgm:prSet/>
      <dgm:spPr/>
      <dgm:t>
        <a:bodyPr/>
        <a:lstStyle/>
        <a:p>
          <a:endParaRPr lang="en-US"/>
        </a:p>
      </dgm:t>
    </dgm:pt>
    <dgm:pt modelId="{8822D7A1-64FB-4921-A7D6-A3CB2F20BB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Integrate investment calculators and debt‑payoff tools</a:t>
          </a:r>
        </a:p>
      </dgm:t>
    </dgm:pt>
    <dgm:pt modelId="{CB24ECB1-67C9-4902-BF20-E29E6311601C}" type="parTrans" cxnId="{4B1F0769-61E6-423F-98C7-1AF1014F7D7E}">
      <dgm:prSet/>
      <dgm:spPr/>
      <dgm:t>
        <a:bodyPr/>
        <a:lstStyle/>
        <a:p>
          <a:endParaRPr lang="en-US"/>
        </a:p>
      </dgm:t>
    </dgm:pt>
    <dgm:pt modelId="{88946CA9-4D0C-42C1-AD77-3DC670E42FC0}" type="sibTrans" cxnId="{4B1F0769-61E6-423F-98C7-1AF1014F7D7E}">
      <dgm:prSet/>
      <dgm:spPr/>
      <dgm:t>
        <a:bodyPr/>
        <a:lstStyle/>
        <a:p>
          <a:endParaRPr lang="en-US"/>
        </a:p>
      </dgm:t>
    </dgm:pt>
    <dgm:pt modelId="{1A99EABE-C31C-4647-AF2F-ED2B671E0624}" type="pres">
      <dgm:prSet presAssocID="{96FF0372-0B03-47CA-A12E-F78DF5A0E179}" presName="root" presStyleCnt="0">
        <dgm:presLayoutVars>
          <dgm:dir/>
          <dgm:resizeHandles val="exact"/>
        </dgm:presLayoutVars>
      </dgm:prSet>
      <dgm:spPr/>
    </dgm:pt>
    <dgm:pt modelId="{85F6E8C3-C77F-47B5-B1C7-02342E86DC54}" type="pres">
      <dgm:prSet presAssocID="{36501751-4C6A-41F0-BECF-C728D7F6A4C3}" presName="compNode" presStyleCnt="0"/>
      <dgm:spPr/>
    </dgm:pt>
    <dgm:pt modelId="{99AF6801-8F15-4250-8738-9410F66A320C}" type="pres">
      <dgm:prSet presAssocID="{36501751-4C6A-41F0-BECF-C728D7F6A4C3}" presName="iconBgRect" presStyleLbl="bgShp" presStyleIdx="0" presStyleCnt="3"/>
      <dgm:spPr/>
    </dgm:pt>
    <dgm:pt modelId="{FC0AD13C-9020-4B01-ADB9-CA2972C044BC}" type="pres">
      <dgm:prSet presAssocID="{36501751-4C6A-41F0-BECF-C728D7F6A4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7433971F-BEB7-4FC4-BBB8-411212CC3FAD}" type="pres">
      <dgm:prSet presAssocID="{36501751-4C6A-41F0-BECF-C728D7F6A4C3}" presName="spaceRect" presStyleCnt="0"/>
      <dgm:spPr/>
    </dgm:pt>
    <dgm:pt modelId="{8D4B09D1-657F-4B68-80AF-A05558770762}" type="pres">
      <dgm:prSet presAssocID="{36501751-4C6A-41F0-BECF-C728D7F6A4C3}" presName="textRect" presStyleLbl="revTx" presStyleIdx="0" presStyleCnt="3">
        <dgm:presLayoutVars>
          <dgm:chMax val="1"/>
          <dgm:chPref val="1"/>
        </dgm:presLayoutVars>
      </dgm:prSet>
      <dgm:spPr/>
    </dgm:pt>
    <dgm:pt modelId="{4AA54744-1338-48C0-8DED-D52E13BC038A}" type="pres">
      <dgm:prSet presAssocID="{2809F34E-0170-40C5-B860-E7A844981FEB}" presName="sibTrans" presStyleCnt="0"/>
      <dgm:spPr/>
    </dgm:pt>
    <dgm:pt modelId="{984ADE3D-77BE-4A06-AE4E-DF81C751361D}" type="pres">
      <dgm:prSet presAssocID="{166773C9-BA89-4436-B5A6-1A83087ABCA9}" presName="compNode" presStyleCnt="0"/>
      <dgm:spPr/>
    </dgm:pt>
    <dgm:pt modelId="{7A2EDAA7-DE6B-45B9-9669-0157F4BF2F4A}" type="pres">
      <dgm:prSet presAssocID="{166773C9-BA89-4436-B5A6-1A83087ABCA9}" presName="iconBgRect" presStyleLbl="bgShp" presStyleIdx="1" presStyleCnt="3"/>
      <dgm:spPr/>
    </dgm:pt>
    <dgm:pt modelId="{BBF1A90A-C723-4400-85D9-C4EACD3FE015}" type="pres">
      <dgm:prSet presAssocID="{166773C9-BA89-4436-B5A6-1A83087ABC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7DA726A8-EC03-4232-9A18-999A2B8EBF2F}" type="pres">
      <dgm:prSet presAssocID="{166773C9-BA89-4436-B5A6-1A83087ABCA9}" presName="spaceRect" presStyleCnt="0"/>
      <dgm:spPr/>
    </dgm:pt>
    <dgm:pt modelId="{44029E81-F09F-4C11-ADD9-D5241BD36404}" type="pres">
      <dgm:prSet presAssocID="{166773C9-BA89-4436-B5A6-1A83087ABCA9}" presName="textRect" presStyleLbl="revTx" presStyleIdx="1" presStyleCnt="3">
        <dgm:presLayoutVars>
          <dgm:chMax val="1"/>
          <dgm:chPref val="1"/>
        </dgm:presLayoutVars>
      </dgm:prSet>
      <dgm:spPr/>
    </dgm:pt>
    <dgm:pt modelId="{20860518-ED82-48F1-98BD-177E58C5855F}" type="pres">
      <dgm:prSet presAssocID="{A43498CB-0E76-47E7-BF84-126E5222BEF6}" presName="sibTrans" presStyleCnt="0"/>
      <dgm:spPr/>
    </dgm:pt>
    <dgm:pt modelId="{63569EE1-ED5C-4537-A9F3-BBCD1E167FDD}" type="pres">
      <dgm:prSet presAssocID="{8822D7A1-64FB-4921-A7D6-A3CB2F20BB80}" presName="compNode" presStyleCnt="0"/>
      <dgm:spPr/>
    </dgm:pt>
    <dgm:pt modelId="{DB617897-ED9F-4F00-BC2B-80C1207DC501}" type="pres">
      <dgm:prSet presAssocID="{8822D7A1-64FB-4921-A7D6-A3CB2F20BB80}" presName="iconBgRect" presStyleLbl="bgShp" presStyleIdx="2" presStyleCnt="3"/>
      <dgm:spPr/>
    </dgm:pt>
    <dgm:pt modelId="{BCB0EB9D-0BC8-4056-8E6D-53B64244CF46}" type="pres">
      <dgm:prSet presAssocID="{8822D7A1-64FB-4921-A7D6-A3CB2F20BB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A701466-6A9E-448C-97D6-25C04D3979D8}" type="pres">
      <dgm:prSet presAssocID="{8822D7A1-64FB-4921-A7D6-A3CB2F20BB80}" presName="spaceRect" presStyleCnt="0"/>
      <dgm:spPr/>
    </dgm:pt>
    <dgm:pt modelId="{562BA888-8DE8-40FA-A433-205A708291A3}" type="pres">
      <dgm:prSet presAssocID="{8822D7A1-64FB-4921-A7D6-A3CB2F20BB8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ABA82B-DB78-40FB-85C8-B403A41D6BDF}" type="presOf" srcId="{8822D7A1-64FB-4921-A7D6-A3CB2F20BB80}" destId="{562BA888-8DE8-40FA-A433-205A708291A3}" srcOrd="0" destOrd="0" presId="urn:microsoft.com/office/officeart/2018/5/layout/IconCircleLabelList"/>
    <dgm:cxn modelId="{31CC0964-190B-4F31-A027-2E37A9179FB3}" type="presOf" srcId="{96FF0372-0B03-47CA-A12E-F78DF5A0E179}" destId="{1A99EABE-C31C-4647-AF2F-ED2B671E0624}" srcOrd="0" destOrd="0" presId="urn:microsoft.com/office/officeart/2018/5/layout/IconCircleLabelList"/>
    <dgm:cxn modelId="{4B1F0769-61E6-423F-98C7-1AF1014F7D7E}" srcId="{96FF0372-0B03-47CA-A12E-F78DF5A0E179}" destId="{8822D7A1-64FB-4921-A7D6-A3CB2F20BB80}" srcOrd="2" destOrd="0" parTransId="{CB24ECB1-67C9-4902-BF20-E29E6311601C}" sibTransId="{88946CA9-4D0C-42C1-AD77-3DC670E42FC0}"/>
    <dgm:cxn modelId="{CE12BF4E-A314-43A9-A568-BE97D2AF27DA}" type="presOf" srcId="{166773C9-BA89-4436-B5A6-1A83087ABCA9}" destId="{44029E81-F09F-4C11-ADD9-D5241BD36404}" srcOrd="0" destOrd="0" presId="urn:microsoft.com/office/officeart/2018/5/layout/IconCircleLabelList"/>
    <dgm:cxn modelId="{FFFB3787-F92B-4D96-8070-D6483E155524}" srcId="{96FF0372-0B03-47CA-A12E-F78DF5A0E179}" destId="{166773C9-BA89-4436-B5A6-1A83087ABCA9}" srcOrd="1" destOrd="0" parTransId="{106F0AE5-BB5A-42FD-A01C-BEAF556438AF}" sibTransId="{A43498CB-0E76-47E7-BF84-126E5222BEF6}"/>
    <dgm:cxn modelId="{A7F44293-0938-4370-8A5E-9EE12C75349A}" type="presOf" srcId="{36501751-4C6A-41F0-BECF-C728D7F6A4C3}" destId="{8D4B09D1-657F-4B68-80AF-A05558770762}" srcOrd="0" destOrd="0" presId="urn:microsoft.com/office/officeart/2018/5/layout/IconCircleLabelList"/>
    <dgm:cxn modelId="{2BC4D4B2-C3A8-4F37-98BA-E1F8816FAA87}" srcId="{96FF0372-0B03-47CA-A12E-F78DF5A0E179}" destId="{36501751-4C6A-41F0-BECF-C728D7F6A4C3}" srcOrd="0" destOrd="0" parTransId="{562C594A-747C-4E32-AE86-612CFBE9CD35}" sibTransId="{2809F34E-0170-40C5-B860-E7A844981FEB}"/>
    <dgm:cxn modelId="{82400A96-716B-48C5-BB6D-98ABA4E81B59}" type="presParOf" srcId="{1A99EABE-C31C-4647-AF2F-ED2B671E0624}" destId="{85F6E8C3-C77F-47B5-B1C7-02342E86DC54}" srcOrd="0" destOrd="0" presId="urn:microsoft.com/office/officeart/2018/5/layout/IconCircleLabelList"/>
    <dgm:cxn modelId="{F0D95BF2-4281-4FD1-A229-BD214299FFFA}" type="presParOf" srcId="{85F6E8C3-C77F-47B5-B1C7-02342E86DC54}" destId="{99AF6801-8F15-4250-8738-9410F66A320C}" srcOrd="0" destOrd="0" presId="urn:microsoft.com/office/officeart/2018/5/layout/IconCircleLabelList"/>
    <dgm:cxn modelId="{66FF011B-44D9-46E7-A98C-3633B43A23F7}" type="presParOf" srcId="{85F6E8C3-C77F-47B5-B1C7-02342E86DC54}" destId="{FC0AD13C-9020-4B01-ADB9-CA2972C044BC}" srcOrd="1" destOrd="0" presId="urn:microsoft.com/office/officeart/2018/5/layout/IconCircleLabelList"/>
    <dgm:cxn modelId="{F8099598-B385-403C-B258-AF3AF67D6AD2}" type="presParOf" srcId="{85F6E8C3-C77F-47B5-B1C7-02342E86DC54}" destId="{7433971F-BEB7-4FC4-BBB8-411212CC3FAD}" srcOrd="2" destOrd="0" presId="urn:microsoft.com/office/officeart/2018/5/layout/IconCircleLabelList"/>
    <dgm:cxn modelId="{D45F0C5F-3BC4-4762-AD61-BB94A9F2B48C}" type="presParOf" srcId="{85F6E8C3-C77F-47B5-B1C7-02342E86DC54}" destId="{8D4B09D1-657F-4B68-80AF-A05558770762}" srcOrd="3" destOrd="0" presId="urn:microsoft.com/office/officeart/2018/5/layout/IconCircleLabelList"/>
    <dgm:cxn modelId="{D7D4BFDE-8CDC-4B7C-819B-D0532A74A3ED}" type="presParOf" srcId="{1A99EABE-C31C-4647-AF2F-ED2B671E0624}" destId="{4AA54744-1338-48C0-8DED-D52E13BC038A}" srcOrd="1" destOrd="0" presId="urn:microsoft.com/office/officeart/2018/5/layout/IconCircleLabelList"/>
    <dgm:cxn modelId="{3B92B2F4-7054-4CFB-A4E2-326241888F9C}" type="presParOf" srcId="{1A99EABE-C31C-4647-AF2F-ED2B671E0624}" destId="{984ADE3D-77BE-4A06-AE4E-DF81C751361D}" srcOrd="2" destOrd="0" presId="urn:microsoft.com/office/officeart/2018/5/layout/IconCircleLabelList"/>
    <dgm:cxn modelId="{0F6DCED2-4F71-4E4E-882A-6D5080B14436}" type="presParOf" srcId="{984ADE3D-77BE-4A06-AE4E-DF81C751361D}" destId="{7A2EDAA7-DE6B-45B9-9669-0157F4BF2F4A}" srcOrd="0" destOrd="0" presId="urn:microsoft.com/office/officeart/2018/5/layout/IconCircleLabelList"/>
    <dgm:cxn modelId="{70D9D408-0B37-42F4-BF35-12DF23C2BF40}" type="presParOf" srcId="{984ADE3D-77BE-4A06-AE4E-DF81C751361D}" destId="{BBF1A90A-C723-4400-85D9-C4EACD3FE015}" srcOrd="1" destOrd="0" presId="urn:microsoft.com/office/officeart/2018/5/layout/IconCircleLabelList"/>
    <dgm:cxn modelId="{2095B629-F287-4EF9-8140-C7DC63A3CDDB}" type="presParOf" srcId="{984ADE3D-77BE-4A06-AE4E-DF81C751361D}" destId="{7DA726A8-EC03-4232-9A18-999A2B8EBF2F}" srcOrd="2" destOrd="0" presId="urn:microsoft.com/office/officeart/2018/5/layout/IconCircleLabelList"/>
    <dgm:cxn modelId="{53702BC1-A00D-45D3-AB26-72465E3CDDDA}" type="presParOf" srcId="{984ADE3D-77BE-4A06-AE4E-DF81C751361D}" destId="{44029E81-F09F-4C11-ADD9-D5241BD36404}" srcOrd="3" destOrd="0" presId="urn:microsoft.com/office/officeart/2018/5/layout/IconCircleLabelList"/>
    <dgm:cxn modelId="{541987DE-77B3-4008-9AB7-880F53C35CDB}" type="presParOf" srcId="{1A99EABE-C31C-4647-AF2F-ED2B671E0624}" destId="{20860518-ED82-48F1-98BD-177E58C5855F}" srcOrd="3" destOrd="0" presId="urn:microsoft.com/office/officeart/2018/5/layout/IconCircleLabelList"/>
    <dgm:cxn modelId="{C602576E-87A0-4A7D-8403-DD1097DDFA15}" type="presParOf" srcId="{1A99EABE-C31C-4647-AF2F-ED2B671E0624}" destId="{63569EE1-ED5C-4537-A9F3-BBCD1E167FDD}" srcOrd="4" destOrd="0" presId="urn:microsoft.com/office/officeart/2018/5/layout/IconCircleLabelList"/>
    <dgm:cxn modelId="{66E6EF7E-8389-4C3A-9769-A39EC0B30C9F}" type="presParOf" srcId="{63569EE1-ED5C-4537-A9F3-BBCD1E167FDD}" destId="{DB617897-ED9F-4F00-BC2B-80C1207DC501}" srcOrd="0" destOrd="0" presId="urn:microsoft.com/office/officeart/2018/5/layout/IconCircleLabelList"/>
    <dgm:cxn modelId="{C15C6D23-FA6E-4FE6-B472-DC5CC8681694}" type="presParOf" srcId="{63569EE1-ED5C-4537-A9F3-BBCD1E167FDD}" destId="{BCB0EB9D-0BC8-4056-8E6D-53B64244CF46}" srcOrd="1" destOrd="0" presId="urn:microsoft.com/office/officeart/2018/5/layout/IconCircleLabelList"/>
    <dgm:cxn modelId="{84940426-0852-4ED7-9742-DC988152D16F}" type="presParOf" srcId="{63569EE1-ED5C-4537-A9F3-BBCD1E167FDD}" destId="{4A701466-6A9E-448C-97D6-25C04D3979D8}" srcOrd="2" destOrd="0" presId="urn:microsoft.com/office/officeart/2018/5/layout/IconCircleLabelList"/>
    <dgm:cxn modelId="{209FE204-331B-4710-A2BB-83951843E1AF}" type="presParOf" srcId="{63569EE1-ED5C-4537-A9F3-BBCD1E167FDD}" destId="{562BA888-8DE8-40FA-A433-205A708291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FB75C-ED27-4AEC-A775-8C7573C1A5C8}">
      <dsp:nvSpPr>
        <dsp:cNvPr id="0" name=""/>
        <dsp:cNvSpPr/>
      </dsp:nvSpPr>
      <dsp:spPr>
        <a:xfrm>
          <a:off x="990" y="477524"/>
          <a:ext cx="3477136" cy="22079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392F25-81D5-41E7-8BE6-878114B78E65}">
      <dsp:nvSpPr>
        <dsp:cNvPr id="0" name=""/>
        <dsp:cNvSpPr/>
      </dsp:nvSpPr>
      <dsp:spPr>
        <a:xfrm>
          <a:off x="387339" y="844555"/>
          <a:ext cx="3477136" cy="220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C# console app that can provide financial tips, credit score guidance, home buying advice, and budget calculator.</a:t>
          </a:r>
        </a:p>
      </dsp:txBody>
      <dsp:txXfrm>
        <a:off x="452009" y="909225"/>
        <a:ext cx="3347796" cy="2078641"/>
      </dsp:txXfrm>
    </dsp:sp>
    <dsp:sp modelId="{E130AED8-ED55-491B-8FB9-85D1912B91C5}">
      <dsp:nvSpPr>
        <dsp:cNvPr id="0" name=""/>
        <dsp:cNvSpPr/>
      </dsp:nvSpPr>
      <dsp:spPr>
        <a:xfrm>
          <a:off x="4250824" y="477524"/>
          <a:ext cx="3477136" cy="22079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59E030-7BFE-48AB-84C9-9EC5FD93BA8A}">
      <dsp:nvSpPr>
        <dsp:cNvPr id="0" name=""/>
        <dsp:cNvSpPr/>
      </dsp:nvSpPr>
      <dsp:spPr>
        <a:xfrm>
          <a:off x="4637172" y="844555"/>
          <a:ext cx="3477136" cy="2207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Centralizes beginner friendly financial education into one easy-to-use tool.</a:t>
          </a:r>
        </a:p>
      </dsp:txBody>
      <dsp:txXfrm>
        <a:off x="4701842" y="909225"/>
        <a:ext cx="3347796" cy="20786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DF009-3675-44D1-9CF6-2CC2078E6E53}">
      <dsp:nvSpPr>
        <dsp:cNvPr id="0" name=""/>
        <dsp:cNvSpPr/>
      </dsp:nvSpPr>
      <dsp:spPr>
        <a:xfrm>
          <a:off x="350687" y="689249"/>
          <a:ext cx="1093710" cy="10937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29072-4206-40EF-AD7D-B3B71E436E0F}">
      <dsp:nvSpPr>
        <dsp:cNvPr id="0" name=""/>
        <dsp:cNvSpPr/>
      </dsp:nvSpPr>
      <dsp:spPr>
        <a:xfrm>
          <a:off x="583773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4CC81-B04A-4C97-88E8-9213373D2A0C}">
      <dsp:nvSpPr>
        <dsp:cNvPr id="0" name=""/>
        <dsp:cNvSpPr/>
      </dsp:nvSpPr>
      <dsp:spPr>
        <a:xfrm>
          <a:off x="1058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31 daily financial tips</a:t>
          </a:r>
        </a:p>
      </dsp:txBody>
      <dsp:txXfrm>
        <a:off x="1058" y="2123624"/>
        <a:ext cx="1792968" cy="717187"/>
      </dsp:txXfrm>
    </dsp:sp>
    <dsp:sp modelId="{C56CE485-9EB6-40BA-AF47-681F859979DE}">
      <dsp:nvSpPr>
        <dsp:cNvPr id="0" name=""/>
        <dsp:cNvSpPr/>
      </dsp:nvSpPr>
      <dsp:spPr>
        <a:xfrm>
          <a:off x="2457425" y="689249"/>
          <a:ext cx="1093710" cy="10937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9EE8A-A90C-48CB-A5F0-8E7228D5E0F5}">
      <dsp:nvSpPr>
        <dsp:cNvPr id="0" name=""/>
        <dsp:cNvSpPr/>
      </dsp:nvSpPr>
      <dsp:spPr>
        <a:xfrm>
          <a:off x="2690511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23C50-9C25-4681-BE23-97D43DBB188C}">
      <dsp:nvSpPr>
        <dsp:cNvPr id="0" name=""/>
        <dsp:cNvSpPr/>
      </dsp:nvSpPr>
      <dsp:spPr>
        <a:xfrm>
          <a:off x="2107796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Credit score improvement guide</a:t>
          </a:r>
        </a:p>
      </dsp:txBody>
      <dsp:txXfrm>
        <a:off x="2107796" y="2123624"/>
        <a:ext cx="1792968" cy="717187"/>
      </dsp:txXfrm>
    </dsp:sp>
    <dsp:sp modelId="{8C3C894A-6E81-4894-A47A-84D90B10DB45}">
      <dsp:nvSpPr>
        <dsp:cNvPr id="0" name=""/>
        <dsp:cNvSpPr/>
      </dsp:nvSpPr>
      <dsp:spPr>
        <a:xfrm>
          <a:off x="4564163" y="689249"/>
          <a:ext cx="1093710" cy="10937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DA9CD-D47D-4A96-A9AF-9E05C793A348}">
      <dsp:nvSpPr>
        <dsp:cNvPr id="0" name=""/>
        <dsp:cNvSpPr/>
      </dsp:nvSpPr>
      <dsp:spPr>
        <a:xfrm>
          <a:off x="4797249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3A955-A368-414B-8CFA-52B006D8F82A}">
      <dsp:nvSpPr>
        <dsp:cNvPr id="0" name=""/>
        <dsp:cNvSpPr/>
      </dsp:nvSpPr>
      <dsp:spPr>
        <a:xfrm>
          <a:off x="4214534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Housing advice and preparation steps</a:t>
          </a:r>
        </a:p>
      </dsp:txBody>
      <dsp:txXfrm>
        <a:off x="4214534" y="2123624"/>
        <a:ext cx="1792968" cy="717187"/>
      </dsp:txXfrm>
    </dsp:sp>
    <dsp:sp modelId="{35093122-F5A4-428D-9216-E159EAA6A061}">
      <dsp:nvSpPr>
        <dsp:cNvPr id="0" name=""/>
        <dsp:cNvSpPr/>
      </dsp:nvSpPr>
      <dsp:spPr>
        <a:xfrm>
          <a:off x="6670901" y="689249"/>
          <a:ext cx="1093710" cy="10937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2CF54-DDFB-4771-B97E-206DE803DA1A}">
      <dsp:nvSpPr>
        <dsp:cNvPr id="0" name=""/>
        <dsp:cNvSpPr/>
      </dsp:nvSpPr>
      <dsp:spPr>
        <a:xfrm>
          <a:off x="6903987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0F4F6-5C9A-44FC-9F83-3050751111F2}">
      <dsp:nvSpPr>
        <dsp:cNvPr id="0" name=""/>
        <dsp:cNvSpPr/>
      </dsp:nvSpPr>
      <dsp:spPr>
        <a:xfrm>
          <a:off x="6321273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Interactive budget calculator with two budgeting models</a:t>
          </a:r>
        </a:p>
      </dsp:txBody>
      <dsp:txXfrm>
        <a:off x="6321273" y="2123624"/>
        <a:ext cx="1792968" cy="717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AA2E5-E721-4E30-BEBE-339AD54F61E4}">
      <dsp:nvSpPr>
        <dsp:cNvPr id="0" name=""/>
        <dsp:cNvSpPr/>
      </dsp:nvSpPr>
      <dsp:spPr>
        <a:xfrm>
          <a:off x="0" y="0"/>
          <a:ext cx="6898005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Brainstormed and agreed on the topics </a:t>
          </a:r>
        </a:p>
      </dsp:txBody>
      <dsp:txXfrm>
        <a:off x="31018" y="31018"/>
        <a:ext cx="5755240" cy="996982"/>
      </dsp:txXfrm>
    </dsp:sp>
    <dsp:sp modelId="{1FA0D66A-33B1-4F5F-B0DD-DEF71738FC0A}">
      <dsp:nvSpPr>
        <dsp:cNvPr id="0" name=""/>
        <dsp:cNvSpPr/>
      </dsp:nvSpPr>
      <dsp:spPr>
        <a:xfrm>
          <a:off x="608647" y="1235521"/>
          <a:ext cx="6898005" cy="1059018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Created tasks that each of us are to complete</a:t>
          </a:r>
        </a:p>
      </dsp:txBody>
      <dsp:txXfrm>
        <a:off x="639665" y="1266539"/>
        <a:ext cx="5538959" cy="996982"/>
      </dsp:txXfrm>
    </dsp:sp>
    <dsp:sp modelId="{3C802929-626E-4932-88AA-9F89A587E24E}">
      <dsp:nvSpPr>
        <dsp:cNvPr id="0" name=""/>
        <dsp:cNvSpPr/>
      </dsp:nvSpPr>
      <dsp:spPr>
        <a:xfrm>
          <a:off x="1217294" y="2471043"/>
          <a:ext cx="6898005" cy="1059018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 biweekly in person to work on the project and make adjustments as needed</a:t>
          </a:r>
        </a:p>
      </dsp:txBody>
      <dsp:txXfrm>
        <a:off x="1248312" y="2502061"/>
        <a:ext cx="5538959" cy="996982"/>
      </dsp:txXfrm>
    </dsp:sp>
    <dsp:sp modelId="{E2D862ED-9671-40A8-8F49-39C410C47E63}">
      <dsp:nvSpPr>
        <dsp:cNvPr id="0" name=""/>
        <dsp:cNvSpPr/>
      </dsp:nvSpPr>
      <dsp:spPr>
        <a:xfrm>
          <a:off x="6209642" y="803089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364523" y="803089"/>
        <a:ext cx="378600" cy="517992"/>
      </dsp:txXfrm>
    </dsp:sp>
    <dsp:sp modelId="{57306ACE-930E-41E3-8AE2-4EBA52FFF053}">
      <dsp:nvSpPr>
        <dsp:cNvPr id="0" name=""/>
        <dsp:cNvSpPr/>
      </dsp:nvSpPr>
      <dsp:spPr>
        <a:xfrm>
          <a:off x="6818290" y="2031550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973171" y="2031550"/>
        <a:ext cx="378600" cy="5179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69D39-14F3-4CC5-B584-E060A95C1419}">
      <dsp:nvSpPr>
        <dsp:cNvPr id="0" name=""/>
        <dsp:cNvSpPr/>
      </dsp:nvSpPr>
      <dsp:spPr>
        <a:xfrm>
          <a:off x="0" y="8522"/>
          <a:ext cx="8737600" cy="647595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How the Project Was Put Together</a:t>
          </a:r>
        </a:p>
      </dsp:txBody>
      <dsp:txXfrm>
        <a:off x="31613" y="40135"/>
        <a:ext cx="8674374" cy="584369"/>
      </dsp:txXfrm>
    </dsp:sp>
    <dsp:sp modelId="{85220FB0-438A-4EA5-9215-7ACDDB4EB3A6}">
      <dsp:nvSpPr>
        <dsp:cNvPr id="0" name=""/>
        <dsp:cNvSpPr/>
      </dsp:nvSpPr>
      <dsp:spPr>
        <a:xfrm>
          <a:off x="0" y="656117"/>
          <a:ext cx="8737600" cy="4694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41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Visual Studio, C# Programming Language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Menu driven console application to give users financial guidance in four different areas: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Financial Tips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Credit Score Improvement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Future Home Buying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A Budget Calculator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Using a main menu loop that continuously displays options to the user until they choose to exit. Each option uses conditional statements (if/else if) and switch cases to handle user input.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Also uses separate variables to store income, housing costs, necessities, and budget percentages. Calculations are performed, then results are printed in an easy to read summary.</a:t>
          </a:r>
        </a:p>
      </dsp:txBody>
      <dsp:txXfrm>
        <a:off x="0" y="656117"/>
        <a:ext cx="8737600" cy="46947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A2B14-85C4-480B-9B84-8937226F3A0E}">
      <dsp:nvSpPr>
        <dsp:cNvPr id="0" name=""/>
        <dsp:cNvSpPr/>
      </dsp:nvSpPr>
      <dsp:spPr>
        <a:xfrm>
          <a:off x="0" y="1206574"/>
          <a:ext cx="2237779" cy="14209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2A265-4F7B-486C-8A1F-E968037EF3FD}">
      <dsp:nvSpPr>
        <dsp:cNvPr id="0" name=""/>
        <dsp:cNvSpPr/>
      </dsp:nvSpPr>
      <dsp:spPr>
        <a:xfrm>
          <a:off x="248642" y="1442784"/>
          <a:ext cx="2237779" cy="1420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Tested each menu option for correct outputs &amp; calculations.</a:t>
          </a:r>
        </a:p>
      </dsp:txBody>
      <dsp:txXfrm>
        <a:off x="290261" y="1484403"/>
        <a:ext cx="2154541" cy="1337752"/>
      </dsp:txXfrm>
    </dsp:sp>
    <dsp:sp modelId="{8CAA6FB7-ABB2-494C-BF51-48B71C271C2D}">
      <dsp:nvSpPr>
        <dsp:cNvPr id="0" name=""/>
        <dsp:cNvSpPr/>
      </dsp:nvSpPr>
      <dsp:spPr>
        <a:xfrm>
          <a:off x="2735064" y="1206574"/>
          <a:ext cx="2237779" cy="14209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60074-0444-47A9-BBCF-9E27F8A33626}">
      <dsp:nvSpPr>
        <dsp:cNvPr id="0" name=""/>
        <dsp:cNvSpPr/>
      </dsp:nvSpPr>
      <dsp:spPr>
        <a:xfrm>
          <a:off x="2983706" y="1442784"/>
          <a:ext cx="2237779" cy="1420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Verified beginner friendly financial tips, credit guidance, and home advice.</a:t>
          </a:r>
        </a:p>
      </dsp:txBody>
      <dsp:txXfrm>
        <a:off x="3025325" y="1484403"/>
        <a:ext cx="2154541" cy="1337752"/>
      </dsp:txXfrm>
    </dsp:sp>
    <dsp:sp modelId="{5BF670E7-2AE7-40C3-9225-2811AE7EE279}">
      <dsp:nvSpPr>
        <dsp:cNvPr id="0" name=""/>
        <dsp:cNvSpPr/>
      </dsp:nvSpPr>
      <dsp:spPr>
        <a:xfrm>
          <a:off x="5470128" y="1206574"/>
          <a:ext cx="2237779" cy="14209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4ED78-9449-404B-9AE2-4BF16DBC88B1}">
      <dsp:nvSpPr>
        <dsp:cNvPr id="0" name=""/>
        <dsp:cNvSpPr/>
      </dsp:nvSpPr>
      <dsp:spPr>
        <a:xfrm>
          <a:off x="5718770" y="1442784"/>
          <a:ext cx="2237779" cy="1420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Budget calculator tested with multiple income levels for accuracy.</a:t>
          </a:r>
        </a:p>
      </dsp:txBody>
      <dsp:txXfrm>
        <a:off x="5760389" y="1484403"/>
        <a:ext cx="2154541" cy="13377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2B71A-3010-4874-8475-47A475F92561}">
      <dsp:nvSpPr>
        <dsp:cNvPr id="0" name=""/>
        <dsp:cNvSpPr/>
      </dsp:nvSpPr>
      <dsp:spPr>
        <a:xfrm>
          <a:off x="3295200" y="46039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C58AE-89FA-462A-B55C-B423A3A889FD}">
      <dsp:nvSpPr>
        <dsp:cNvPr id="0" name=""/>
        <dsp:cNvSpPr/>
      </dsp:nvSpPr>
      <dsp:spPr>
        <a:xfrm>
          <a:off x="2107200" y="28746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0" kern="1200" dirty="0"/>
        </a:p>
      </dsp:txBody>
      <dsp:txXfrm>
        <a:off x="2107200" y="2874602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F6801-8F15-4250-8738-9410F66A320C}">
      <dsp:nvSpPr>
        <dsp:cNvPr id="0" name=""/>
        <dsp:cNvSpPr/>
      </dsp:nvSpPr>
      <dsp:spPr>
        <a:xfrm>
          <a:off x="477900" y="437531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AD13C-9020-4B01-ADB9-CA2972C044BC}">
      <dsp:nvSpPr>
        <dsp:cNvPr id="0" name=""/>
        <dsp:cNvSpPr/>
      </dsp:nvSpPr>
      <dsp:spPr>
        <a:xfrm>
          <a:off x="792337" y="751968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B09D1-657F-4B68-80AF-A05558770762}">
      <dsp:nvSpPr>
        <dsp:cNvPr id="0" name=""/>
        <dsp:cNvSpPr/>
      </dsp:nvSpPr>
      <dsp:spPr>
        <a:xfrm>
          <a:off x="6243" y="23725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Add more details and information that is beginner friendly </a:t>
          </a:r>
        </a:p>
      </dsp:txBody>
      <dsp:txXfrm>
        <a:off x="6243" y="2372531"/>
        <a:ext cx="2418750" cy="720000"/>
      </dsp:txXfrm>
    </dsp:sp>
    <dsp:sp modelId="{7A2EDAA7-DE6B-45B9-9669-0157F4BF2F4A}">
      <dsp:nvSpPr>
        <dsp:cNvPr id="0" name=""/>
        <dsp:cNvSpPr/>
      </dsp:nvSpPr>
      <dsp:spPr>
        <a:xfrm>
          <a:off x="3319931" y="437531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1A90A-C723-4400-85D9-C4EACD3FE015}">
      <dsp:nvSpPr>
        <dsp:cNvPr id="0" name=""/>
        <dsp:cNvSpPr/>
      </dsp:nvSpPr>
      <dsp:spPr>
        <a:xfrm>
          <a:off x="3634368" y="751968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29E81-F09F-4C11-ADD9-D5241BD36404}">
      <dsp:nvSpPr>
        <dsp:cNvPr id="0" name=""/>
        <dsp:cNvSpPr/>
      </dsp:nvSpPr>
      <dsp:spPr>
        <a:xfrm>
          <a:off x="2848275" y="23725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Add personalized savings recommendations</a:t>
          </a:r>
        </a:p>
      </dsp:txBody>
      <dsp:txXfrm>
        <a:off x="2848275" y="2372531"/>
        <a:ext cx="2418750" cy="720000"/>
      </dsp:txXfrm>
    </dsp:sp>
    <dsp:sp modelId="{DB617897-ED9F-4F00-BC2B-80C1207DC501}">
      <dsp:nvSpPr>
        <dsp:cNvPr id="0" name=""/>
        <dsp:cNvSpPr/>
      </dsp:nvSpPr>
      <dsp:spPr>
        <a:xfrm>
          <a:off x="6161962" y="437531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0EB9D-0BC8-4056-8E6D-53B64244CF46}">
      <dsp:nvSpPr>
        <dsp:cNvPr id="0" name=""/>
        <dsp:cNvSpPr/>
      </dsp:nvSpPr>
      <dsp:spPr>
        <a:xfrm>
          <a:off x="6476400" y="751968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BA888-8DE8-40FA-A433-205A708291A3}">
      <dsp:nvSpPr>
        <dsp:cNvPr id="0" name=""/>
        <dsp:cNvSpPr/>
      </dsp:nvSpPr>
      <dsp:spPr>
        <a:xfrm>
          <a:off x="5690306" y="23725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Integrate investment calculators and debt‑payoff tools</a:t>
          </a:r>
        </a:p>
      </dsp:txBody>
      <dsp:txXfrm>
        <a:off x="5690306" y="2372531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2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2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5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3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0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2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6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1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35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1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1509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00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20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85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76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04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521" y="1359719"/>
            <a:ext cx="3154678" cy="2012950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pPr algn="ctr"/>
            <a:r>
              <a:rPr lang="en-US" sz="4400" dirty="0"/>
              <a:t>Financial Helper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521" y="3530601"/>
            <a:ext cx="2821474" cy="3111500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r>
              <a:rPr lang="en-US" dirty="0"/>
              <a:t>University of La Verne</a:t>
            </a:r>
          </a:p>
          <a:p>
            <a:endParaRPr lang="en-US" dirty="0"/>
          </a:p>
          <a:p>
            <a:r>
              <a:rPr lang="en-US"/>
              <a:t>CMPS 378</a:t>
            </a:r>
            <a:endParaRPr lang="en-US" dirty="0"/>
          </a:p>
          <a:p>
            <a:endParaRPr lang="en-US" dirty="0"/>
          </a:p>
          <a:p>
            <a:r>
              <a:rPr lang="en-US" dirty="0"/>
              <a:t>By Oscar Rivera and Danny Arabejo</a:t>
            </a:r>
          </a:p>
          <a:p>
            <a:endParaRPr lang="en-US" dirty="0"/>
          </a:p>
          <a:p>
            <a:r>
              <a:rPr lang="en-US" dirty="0"/>
              <a:t>12/10/2025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44682A7D-87BA-C339-6FCB-50F6FEDE5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4989" y="1181919"/>
            <a:ext cx="4633453" cy="46334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075" y="561173"/>
            <a:ext cx="7181850" cy="12930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Current Way /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9" y="2194560"/>
            <a:ext cx="4362450" cy="4024125"/>
          </a:xfrm>
        </p:spPr>
        <p:txBody>
          <a:bodyPr>
            <a:normAutofit/>
          </a:bodyPr>
          <a:lstStyle/>
          <a:p>
            <a:r>
              <a:rPr lang="en-US" dirty="0"/>
              <a:t>Users lack a simple tool to learn about buying a house, receiving financial tips, education about building credit, and budgeting.</a:t>
            </a:r>
          </a:p>
          <a:p>
            <a:r>
              <a:rPr lang="en-US" dirty="0"/>
              <a:t>What’s Good? </a:t>
            </a:r>
          </a:p>
          <a:p>
            <a:pPr lvl="1"/>
            <a:r>
              <a:rPr lang="en-US" dirty="0"/>
              <a:t>Plenty of financial information exists online.</a:t>
            </a:r>
          </a:p>
          <a:p>
            <a:r>
              <a:rPr lang="en-US" dirty="0"/>
              <a:t>What’s Bad?</a:t>
            </a:r>
          </a:p>
          <a:p>
            <a:pPr lvl="1"/>
            <a:r>
              <a:rPr lang="en-US" dirty="0"/>
              <a:t>Information is scattered, some are complex, and not beginner‑friendly.</a:t>
            </a:r>
          </a:p>
        </p:txBody>
      </p:sp>
      <p:pic>
        <p:nvPicPr>
          <p:cNvPr id="12" name="Picture 11" descr="Four wooden houses with different sizes">
            <a:extLst>
              <a:ext uri="{FF2B5EF4-FFF2-40B4-BE49-F238E27FC236}">
                <a16:creationId xmlns:a16="http://schemas.microsoft.com/office/drawing/2014/main" id="{9C105EB1-5875-4F46-0EE7-84AC3AE0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89" r="10953"/>
          <a:stretch>
            <a:fillRect/>
          </a:stretch>
        </p:blipFill>
        <p:spPr>
          <a:xfrm>
            <a:off x="5238750" y="2501159"/>
            <a:ext cx="3390900" cy="34109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700873"/>
            <a:ext cx="7816850" cy="1293028"/>
          </a:xfrm>
        </p:spPr>
        <p:txBody>
          <a:bodyPr>
            <a:normAutofit/>
          </a:bodyPr>
          <a:lstStyle/>
          <a:p>
            <a:pPr algn="ctr"/>
            <a:r>
              <a:rPr dirty="0"/>
              <a:t>Solution – Financial Helper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E0A5D2-0A54-9214-2FBD-71BE549EB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681829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1018373"/>
            <a:ext cx="6457950" cy="1293028"/>
          </a:xfrm>
        </p:spPr>
        <p:txBody>
          <a:bodyPr>
            <a:normAutofit/>
          </a:bodyPr>
          <a:lstStyle/>
          <a:p>
            <a:pPr algn="ctr"/>
            <a:r>
              <a:rPr sz="4800" dirty="0"/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6425D9-308E-F950-6E9F-E12E78894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268657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764373"/>
            <a:ext cx="8267700" cy="1293028"/>
          </a:xfrm>
        </p:spPr>
        <p:txBody>
          <a:bodyPr>
            <a:normAutofit/>
          </a:bodyPr>
          <a:lstStyle/>
          <a:p>
            <a:pPr algn="ctr"/>
            <a:r>
              <a:rPr dirty="0"/>
              <a:t>Implementation Summary</a:t>
            </a:r>
            <a:r>
              <a:rPr lang="en-US" dirty="0"/>
              <a:t> Part 1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A36D5B-1B5B-21C8-CF74-CE5F6670D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744648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321F-B4E1-3EBA-268E-62F1C980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281773"/>
            <a:ext cx="8267700" cy="12930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Implementation Summary Part 2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1D9B92A-9FC1-6F8C-3965-0D221194E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225315"/>
              </p:ext>
            </p:extLst>
          </p:nvPr>
        </p:nvGraphicFramePr>
        <p:xfrm>
          <a:off x="203200" y="1454150"/>
          <a:ext cx="8737600" cy="5359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240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uildings underwater">
            <a:extLst>
              <a:ext uri="{FF2B5EF4-FFF2-40B4-BE49-F238E27FC236}">
                <a16:creationId xmlns:a16="http://schemas.microsoft.com/office/drawing/2014/main" id="{8BF8162C-543D-90FC-999A-B2EEBE29F4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t="20221" b="477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678C1-40DB-808F-7910-77B5998A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0673"/>
            <a:ext cx="8483600" cy="12930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Problem &amp; How IT WAS Solved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2670930-A312-533C-B6E6-E3927BA8F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64360"/>
            <a:ext cx="8401050" cy="442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Implementing the Budget Calculator</a:t>
            </a:r>
          </a:p>
          <a:p>
            <a:r>
              <a:rPr lang="en-US" sz="2400" dirty="0"/>
              <a:t>Ensuring the math reflected the correct percentages for each budget plan. For example:</a:t>
            </a:r>
          </a:p>
          <a:p>
            <a:pPr lvl="1"/>
            <a:r>
              <a:rPr lang="en-US" sz="2400" dirty="0"/>
              <a:t>Plan 1 → 70% needs, 20% wants, 10% savings</a:t>
            </a:r>
          </a:p>
          <a:p>
            <a:pPr lvl="1"/>
            <a:r>
              <a:rPr lang="en-US" sz="2400" dirty="0"/>
              <a:t>Plan 2 → 80% needs, 10% wants, 10% savings</a:t>
            </a:r>
          </a:p>
          <a:p>
            <a:r>
              <a:rPr lang="en-US" sz="2400" dirty="0"/>
              <a:t>Created variables (</a:t>
            </a:r>
            <a:r>
              <a:rPr lang="en-US" sz="2400" dirty="0" err="1"/>
              <a:t>needsPercent</a:t>
            </a:r>
            <a:r>
              <a:rPr lang="en-US" sz="2400" dirty="0"/>
              <a:t>, </a:t>
            </a:r>
            <a:r>
              <a:rPr lang="en-US" sz="2400" dirty="0" err="1"/>
              <a:t>wantsPercent</a:t>
            </a:r>
            <a:r>
              <a:rPr lang="en-US" sz="2400" dirty="0"/>
              <a:t>, </a:t>
            </a:r>
            <a:r>
              <a:rPr lang="en-US" sz="2400" dirty="0" err="1"/>
              <a:t>savingsPercent</a:t>
            </a:r>
            <a:r>
              <a:rPr lang="en-US" sz="2400" dirty="0"/>
              <a:t>) that change depending on which plan the user selects. Then we applied them with simple multiplication to calculate how much money should go into each category.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0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Evaluation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1D7001D-28A3-0177-865F-AA7F8D5B95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3725" y="2193925"/>
          <a:ext cx="7956550" cy="4070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1221573"/>
            <a:ext cx="6457950" cy="1293028"/>
          </a:xfrm>
        </p:spPr>
        <p:txBody>
          <a:bodyPr>
            <a:normAutofit/>
          </a:bodyPr>
          <a:lstStyle/>
          <a:p>
            <a:pPr algn="ctr"/>
            <a:r>
              <a:rPr sz="5400" dirty="0"/>
              <a:t>Demonstration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F740CC8-4F92-18CC-5361-AC4D0A509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68970"/>
              </p:ext>
            </p:extLst>
          </p:nvPr>
        </p:nvGraphicFramePr>
        <p:xfrm>
          <a:off x="304800" y="2644250"/>
          <a:ext cx="8534400" cy="405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886887"/>
            <a:ext cx="6457950" cy="129302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Future Expansion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D3BEA-09AB-B93C-9FBE-D009B4315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591991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DE936D3C-24FA-3878-7924-ADE0BE0989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l="20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75FC9F-F2E6-2DEC-CF4D-9CE874BF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237173"/>
            <a:ext cx="7086600" cy="26020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1878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212</TotalTime>
  <Words>424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Financial Helper Project</vt:lpstr>
      <vt:lpstr>Current Way / Problem</vt:lpstr>
      <vt:lpstr>Solution – Financial Helper</vt:lpstr>
      <vt:lpstr>Key Features</vt:lpstr>
      <vt:lpstr>Implementation Summary Part 1</vt:lpstr>
      <vt:lpstr>Implementation Summary Part 2</vt:lpstr>
      <vt:lpstr>Problem &amp; How IT WAS Solved</vt:lpstr>
      <vt:lpstr>Evaluation</vt:lpstr>
      <vt:lpstr>Demonstration</vt:lpstr>
      <vt:lpstr>Future Expansion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Danny Arabejo</cp:lastModifiedBy>
  <cp:revision>1</cp:revision>
  <dcterms:created xsi:type="dcterms:W3CDTF">2013-01-27T09:14:16Z</dcterms:created>
  <dcterms:modified xsi:type="dcterms:W3CDTF">2025-12-11T04:00:03Z</dcterms:modified>
  <cp:category/>
</cp:coreProperties>
</file>